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5.svg" ContentType="image/svg+xml"/>
  <Override PartName="/ppt/media/image2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17"/>
  </p:notesMasterIdLst>
  <p:sldIdLst>
    <p:sldId id="269" r:id="rId8"/>
    <p:sldId id="256" r:id="rId9"/>
    <p:sldId id="257" r:id="rId10"/>
    <p:sldId id="258" r:id="rId11"/>
    <p:sldId id="259" r:id="rId12"/>
    <p:sldId id="260" r:id="rId13"/>
    <p:sldId id="261" r:id="rId14"/>
    <p:sldId id="271" r:id="rId15"/>
    <p:sldId id="262" r:id="rId16"/>
  </p:sldIdLst>
  <p:sldSz cx="12191365" cy="6858000" type="screen4x3"/>
  <p:notesSz cx="6858000" cy="9144000"/>
  <p:embeddedFontLst>
    <p:embeddedFont>
      <p:font typeface="Algerian" panose="04020705040A02060702" charset="0"/>
      <p:regular r:id="rId21"/>
    </p:embeddedFont>
    <p:embeddedFont>
      <p:font typeface="Forte" panose="03060902040502070203" charset="0"/>
      <p:regular r:id="rId22"/>
    </p:embeddedFont>
    <p:embeddedFont>
      <p:font typeface="Bauhaus 93" panose="04030905020B02020C02" charset="0"/>
      <p:regular r:id="rId23"/>
    </p:embeddedFont>
    <p:embeddedFont>
      <p:font typeface="Bodoni MT Black" panose="02070A03080606020203" charset="0"/>
      <p:bold r:id="rId24"/>
    </p:embeddedFont>
    <p:embeddedFont>
      <p:font typeface="Arial Black" panose="020B0A04020102020204" charset="0"/>
      <p:bold r:id="rId25"/>
    </p:embeddedFont>
    <p:embeddedFont>
      <p:font typeface="Microsoft YaHei" panose="020B0503020204020204" charset="-122"/>
      <p:regular r:id="rId26"/>
      <p:bold r:id="rId27"/>
    </p:embeddedFont>
    <p:embeddedFont>
      <p:font typeface="Manrope ExtraBold" charset="0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  <p:embeddedFont>
      <p:font typeface="Inter" panose="02000503000000020004" charset="0"/>
      <p:bold r:id="rId33"/>
    </p:embeddedFont>
    <p:embeddedFont>
      <p:font typeface="Crimson Text SemiBold" charset="0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21"/>
        <p:guide pos="290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4" Type="http://schemas.openxmlformats.org/officeDocument/2006/relationships/font" Target="fonts/font14.fntdata"/><Relationship Id="rId33" Type="http://schemas.openxmlformats.org/officeDocument/2006/relationships/font" Target="fonts/font13.fntdata"/><Relationship Id="rId32" Type="http://schemas.openxmlformats.org/officeDocument/2006/relationships/font" Target="fonts/font12.fntdata"/><Relationship Id="rId31" Type="http://schemas.openxmlformats.org/officeDocument/2006/relationships/font" Target="fonts/font11.fntdata"/><Relationship Id="rId30" Type="http://schemas.openxmlformats.org/officeDocument/2006/relationships/font" Target="fonts/font10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2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3.pn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4.png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69.xml"/><Relationship Id="rId7" Type="http://schemas.openxmlformats.org/officeDocument/2006/relationships/image" Target="../media/image5.png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0" Type="http://schemas.openxmlformats.org/officeDocument/2006/relationships/tags" Target="../tags/tag89.xml"/><Relationship Id="rId3" Type="http://schemas.openxmlformats.org/officeDocument/2006/relationships/tags" Target="../tags/tag65.xml"/><Relationship Id="rId29" Type="http://schemas.openxmlformats.org/officeDocument/2006/relationships/tags" Target="../tags/tag88.xml"/><Relationship Id="rId28" Type="http://schemas.openxmlformats.org/officeDocument/2006/relationships/tags" Target="../tags/tag87.xml"/><Relationship Id="rId27" Type="http://schemas.openxmlformats.org/officeDocument/2006/relationships/tags" Target="../tags/tag86.xml"/><Relationship Id="rId26" Type="http://schemas.openxmlformats.org/officeDocument/2006/relationships/tags" Target="../tags/tag85.xml"/><Relationship Id="rId25" Type="http://schemas.openxmlformats.org/officeDocument/2006/relationships/tags" Target="../tags/tag84.xml"/><Relationship Id="rId24" Type="http://schemas.openxmlformats.org/officeDocument/2006/relationships/tags" Target="../tags/tag83.xml"/><Relationship Id="rId23" Type="http://schemas.openxmlformats.org/officeDocument/2006/relationships/tags" Target="../tags/tag82.xml"/><Relationship Id="rId22" Type="http://schemas.openxmlformats.org/officeDocument/2006/relationships/tags" Target="../tags/tag81.xml"/><Relationship Id="rId21" Type="http://schemas.openxmlformats.org/officeDocument/2006/relationships/tags" Target="../tags/tag80.xml"/><Relationship Id="rId20" Type="http://schemas.openxmlformats.org/officeDocument/2006/relationships/tags" Target="../tags/tag79.xml"/><Relationship Id="rId2" Type="http://schemas.openxmlformats.org/officeDocument/2006/relationships/tags" Target="../tags/tag64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image" Target="../media/image7.png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image" Target="../media/image8.jpeg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1" Type="http://schemas.openxmlformats.org/officeDocument/2006/relationships/tags" Target="../tags/tag119.xml"/><Relationship Id="rId20" Type="http://schemas.openxmlformats.org/officeDocument/2006/relationships/tags" Target="../tags/tag118.xml"/><Relationship Id="rId2" Type="http://schemas.openxmlformats.org/officeDocument/2006/relationships/tags" Target="../tags/tag102.xml"/><Relationship Id="rId19" Type="http://schemas.openxmlformats.org/officeDocument/2006/relationships/tags" Target="../tags/tag117.xml"/><Relationship Id="rId18" Type="http://schemas.openxmlformats.org/officeDocument/2006/relationships/tags" Target="../tags/tag116.xml"/><Relationship Id="rId17" Type="http://schemas.openxmlformats.org/officeDocument/2006/relationships/tags" Target="../tags/tag115.xml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microsoft.com/office/2007/relationships/hdphoto" Target="../media/image10.wdp"/><Relationship Id="rId12" Type="http://schemas.openxmlformats.org/officeDocument/2006/relationships/image" Target="../media/image9.png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55.xml"/><Relationship Id="rId7" Type="http://schemas.openxmlformats.org/officeDocument/2006/relationships/image" Target="../media/image5.png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9" Type="http://schemas.openxmlformats.org/officeDocument/2006/relationships/tags" Target="../tags/tag174.xml"/><Relationship Id="rId28" Type="http://schemas.openxmlformats.org/officeDocument/2006/relationships/tags" Target="../tags/tag173.xml"/><Relationship Id="rId27" Type="http://schemas.openxmlformats.org/officeDocument/2006/relationships/tags" Target="../tags/tag172.xml"/><Relationship Id="rId26" Type="http://schemas.openxmlformats.org/officeDocument/2006/relationships/tags" Target="../tags/tag171.xml"/><Relationship Id="rId25" Type="http://schemas.openxmlformats.org/officeDocument/2006/relationships/tags" Target="../tags/tag170.xml"/><Relationship Id="rId24" Type="http://schemas.openxmlformats.org/officeDocument/2006/relationships/tags" Target="../tags/tag169.xml"/><Relationship Id="rId23" Type="http://schemas.openxmlformats.org/officeDocument/2006/relationships/tags" Target="../tags/tag168.xml"/><Relationship Id="rId22" Type="http://schemas.openxmlformats.org/officeDocument/2006/relationships/tags" Target="../tags/tag167.xml"/><Relationship Id="rId21" Type="http://schemas.openxmlformats.org/officeDocument/2006/relationships/tags" Target="../tags/tag166.xml"/><Relationship Id="rId20" Type="http://schemas.openxmlformats.org/officeDocument/2006/relationships/tags" Target="../tags/tag165.xml"/><Relationship Id="rId2" Type="http://schemas.openxmlformats.org/officeDocument/2006/relationships/tags" Target="../tags/tag150.xml"/><Relationship Id="rId19" Type="http://schemas.openxmlformats.org/officeDocument/2006/relationships/tags" Target="../tags/tag164.xml"/><Relationship Id="rId18" Type="http://schemas.openxmlformats.org/officeDocument/2006/relationships/tags" Target="../tags/tag163.xml"/><Relationship Id="rId17" Type="http://schemas.openxmlformats.org/officeDocument/2006/relationships/tags" Target="../tags/tag162.xml"/><Relationship Id="rId16" Type="http://schemas.openxmlformats.org/officeDocument/2006/relationships/tags" Target="../tags/tag161.xml"/><Relationship Id="rId15" Type="http://schemas.openxmlformats.org/officeDocument/2006/relationships/tags" Target="../tags/tag160.xml"/><Relationship Id="rId14" Type="http://schemas.openxmlformats.org/officeDocument/2006/relationships/tags" Target="../tags/tag159.xml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image" Target="../media/image7.png"/><Relationship Id="rId10" Type="http://schemas.openxmlformats.org/officeDocument/2006/relationships/tags" Target="../tags/tag156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6" Type="http://schemas.openxmlformats.org/officeDocument/2006/relationships/tags" Target="../tags/tag204.xml"/><Relationship Id="rId25" Type="http://schemas.openxmlformats.org/officeDocument/2006/relationships/tags" Target="../tags/tag203.xml"/><Relationship Id="rId24" Type="http://schemas.openxmlformats.org/officeDocument/2006/relationships/tags" Target="../tags/tag202.xml"/><Relationship Id="rId23" Type="http://schemas.openxmlformats.org/officeDocument/2006/relationships/tags" Target="../tags/tag201.xml"/><Relationship Id="rId22" Type="http://schemas.openxmlformats.org/officeDocument/2006/relationships/tags" Target="../tags/tag200.xml"/><Relationship Id="rId21" Type="http://schemas.openxmlformats.org/officeDocument/2006/relationships/tags" Target="../tags/tag199.xml"/><Relationship Id="rId20" Type="http://schemas.openxmlformats.org/officeDocument/2006/relationships/tags" Target="../tags/tag198.xml"/><Relationship Id="rId2" Type="http://schemas.openxmlformats.org/officeDocument/2006/relationships/tags" Target="../tags/tag182.xml"/><Relationship Id="rId19" Type="http://schemas.openxmlformats.org/officeDocument/2006/relationships/tags" Target="../tags/tag197.xml"/><Relationship Id="rId18" Type="http://schemas.openxmlformats.org/officeDocument/2006/relationships/tags" Target="../tags/tag196.xml"/><Relationship Id="rId17" Type="http://schemas.openxmlformats.org/officeDocument/2006/relationships/tags" Target="../tags/tag195.xml"/><Relationship Id="rId16" Type="http://schemas.openxmlformats.org/officeDocument/2006/relationships/tags" Target="../tags/tag194.xml"/><Relationship Id="rId15" Type="http://schemas.openxmlformats.org/officeDocument/2006/relationships/tags" Target="../tags/tag193.xml"/><Relationship Id="rId14" Type="http://schemas.openxmlformats.org/officeDocument/2006/relationships/tags" Target="../tags/tag192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tags" Target="../tags/tag191.xml"/><Relationship Id="rId10" Type="http://schemas.openxmlformats.org/officeDocument/2006/relationships/tags" Target="../tags/tag190.xml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4" Type="http://schemas.openxmlformats.org/officeDocument/2006/relationships/tags" Target="../tags/tag220.xml"/><Relationship Id="rId13" Type="http://schemas.openxmlformats.org/officeDocument/2006/relationships/tags" Target="../tags/tag219.xml"/><Relationship Id="rId12" Type="http://schemas.openxmlformats.org/officeDocument/2006/relationships/tags" Target="../tags/tag218.xml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2" Type="http://schemas.openxmlformats.org/officeDocument/2006/relationships/tags" Target="../tags/tag239.xml"/><Relationship Id="rId21" Type="http://schemas.openxmlformats.org/officeDocument/2006/relationships/tags" Target="../tags/tag238.xml"/><Relationship Id="rId20" Type="http://schemas.openxmlformats.org/officeDocument/2006/relationships/tags" Target="../tags/tag237.xml"/><Relationship Id="rId2" Type="http://schemas.openxmlformats.org/officeDocument/2006/relationships/tags" Target="../tags/tag221.xml"/><Relationship Id="rId19" Type="http://schemas.openxmlformats.org/officeDocument/2006/relationships/tags" Target="../tags/tag236.xml"/><Relationship Id="rId18" Type="http://schemas.openxmlformats.org/officeDocument/2006/relationships/tags" Target="../tags/tag235.xml"/><Relationship Id="rId17" Type="http://schemas.openxmlformats.org/officeDocument/2006/relationships/tags" Target="../tags/tag234.xml"/><Relationship Id="rId16" Type="http://schemas.openxmlformats.org/officeDocument/2006/relationships/tags" Target="../tags/tag233.xml"/><Relationship Id="rId15" Type="http://schemas.openxmlformats.org/officeDocument/2006/relationships/tags" Target="../tags/tag232.xml"/><Relationship Id="rId14" Type="http://schemas.openxmlformats.org/officeDocument/2006/relationships/tags" Target="../tags/tag231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tags" Target="../tags/tag230.xml"/><Relationship Id="rId10" Type="http://schemas.openxmlformats.org/officeDocument/2006/relationships/tags" Target="../tags/tag229.xml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7" Type="http://schemas.openxmlformats.org/officeDocument/2006/relationships/tags" Target="../tags/tag245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53.xml"/><Relationship Id="rId8" Type="http://schemas.openxmlformats.org/officeDocument/2006/relationships/tags" Target="../tags/tag252.xml"/><Relationship Id="rId7" Type="http://schemas.openxmlformats.org/officeDocument/2006/relationships/tags" Target="../tags/tag251.xml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257.xml"/><Relationship Id="rId4" Type="http://schemas.openxmlformats.org/officeDocument/2006/relationships/tags" Target="../tags/tag256.xml"/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2" Type="http://schemas.openxmlformats.org/officeDocument/2006/relationships/tags" Target="../tags/tag288.xml"/><Relationship Id="rId21" Type="http://schemas.openxmlformats.org/officeDocument/2006/relationships/tags" Target="../tags/tag287.xml"/><Relationship Id="rId20" Type="http://schemas.openxmlformats.org/officeDocument/2006/relationships/tags" Target="../tags/tag286.xml"/><Relationship Id="rId2" Type="http://schemas.openxmlformats.org/officeDocument/2006/relationships/tags" Target="../tags/tag270.xml"/><Relationship Id="rId19" Type="http://schemas.openxmlformats.org/officeDocument/2006/relationships/tags" Target="../tags/tag285.xml"/><Relationship Id="rId18" Type="http://schemas.openxmlformats.org/officeDocument/2006/relationships/tags" Target="../tags/tag284.xml"/><Relationship Id="rId17" Type="http://schemas.openxmlformats.org/officeDocument/2006/relationships/tags" Target="../tags/tag283.xml"/><Relationship Id="rId16" Type="http://schemas.openxmlformats.org/officeDocument/2006/relationships/tags" Target="../tags/tag282.xml"/><Relationship Id="rId15" Type="http://schemas.openxmlformats.org/officeDocument/2006/relationships/tags" Target="../tags/tag281.xml"/><Relationship Id="rId14" Type="http://schemas.openxmlformats.org/officeDocument/2006/relationships/tags" Target="../tags/tag280.xml"/><Relationship Id="rId13" Type="http://schemas.openxmlformats.org/officeDocument/2006/relationships/tags" Target="../tags/tag279.xml"/><Relationship Id="rId12" Type="http://schemas.openxmlformats.org/officeDocument/2006/relationships/tags" Target="../tags/tag278.xml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06.xml"/><Relationship Id="rId8" Type="http://schemas.openxmlformats.org/officeDocument/2006/relationships/tags" Target="../tags/tag305.xml"/><Relationship Id="rId7" Type="http://schemas.openxmlformats.org/officeDocument/2006/relationships/tags" Target="../tags/tag304.xml"/><Relationship Id="rId6" Type="http://schemas.openxmlformats.org/officeDocument/2006/relationships/tags" Target="../tags/tag303.xml"/><Relationship Id="rId5" Type="http://schemas.openxmlformats.org/officeDocument/2006/relationships/tags" Target="../tags/tag302.xml"/><Relationship Id="rId4" Type="http://schemas.openxmlformats.org/officeDocument/2006/relationships/tags" Target="../tags/tag301.xml"/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0" Type="http://schemas.openxmlformats.org/officeDocument/2006/relationships/tags" Target="../tags/tag307.xml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7" Type="http://schemas.openxmlformats.org/officeDocument/2006/relationships/tags" Target="../tags/tag318.xml"/><Relationship Id="rId6" Type="http://schemas.openxmlformats.org/officeDocument/2006/relationships/tags" Target="../tags/tag317.xml"/><Relationship Id="rId5" Type="http://schemas.openxmlformats.org/officeDocument/2006/relationships/tags" Target="../tags/tag316.xml"/><Relationship Id="rId4" Type="http://schemas.openxmlformats.org/officeDocument/2006/relationships/tags" Target="../tags/tag315.xml"/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326.xml"/><Relationship Id="rId8" Type="http://schemas.openxmlformats.org/officeDocument/2006/relationships/tags" Target="../tags/tag325.xml"/><Relationship Id="rId7" Type="http://schemas.openxmlformats.org/officeDocument/2006/relationships/tags" Target="../tags/tag324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tags" Target="../tags/tag321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7" Type="http://schemas.openxmlformats.org/officeDocument/2006/relationships/tags" Target="../tags/tag332.xml"/><Relationship Id="rId6" Type="http://schemas.openxmlformats.org/officeDocument/2006/relationships/tags" Target="../tags/tag331.xml"/><Relationship Id="rId5" Type="http://schemas.openxmlformats.org/officeDocument/2006/relationships/tags" Target="../tags/tag330.xml"/><Relationship Id="rId4" Type="http://schemas.openxmlformats.org/officeDocument/2006/relationships/tags" Target="../tags/tag329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5" Type="http://schemas.openxmlformats.org/officeDocument/2006/relationships/tags" Target="../tags/tag344.xml"/><Relationship Id="rId4" Type="http://schemas.openxmlformats.org/officeDocument/2006/relationships/tags" Target="../tags/tag343.xml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4" Type="http://schemas.openxmlformats.org/officeDocument/2006/relationships/tags" Target="../tags/tag347.xml"/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5" Type="http://schemas.openxmlformats.org/officeDocument/2006/relationships/tags" Target="../tags/tag351.xml"/><Relationship Id="rId4" Type="http://schemas.openxmlformats.org/officeDocument/2006/relationships/tags" Target="../tags/tag350.xml"/><Relationship Id="rId3" Type="http://schemas.openxmlformats.org/officeDocument/2006/relationships/tags" Target="../tags/tag349.xml"/><Relationship Id="rId2" Type="http://schemas.openxmlformats.org/officeDocument/2006/relationships/tags" Target="../tags/tag348.xml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6" Type="http://schemas.openxmlformats.org/officeDocument/2006/relationships/tags" Target="../tags/tag356.xml"/><Relationship Id="rId5" Type="http://schemas.openxmlformats.org/officeDocument/2006/relationships/tags" Target="../tags/tag355.xml"/><Relationship Id="rId4" Type="http://schemas.openxmlformats.org/officeDocument/2006/relationships/tags" Target="../tags/tag354.xml"/><Relationship Id="rId3" Type="http://schemas.openxmlformats.org/officeDocument/2006/relationships/tags" Target="../tags/tag353.xml"/><Relationship Id="rId2" Type="http://schemas.openxmlformats.org/officeDocument/2006/relationships/tags" Target="../tags/tag352.xml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9" Type="http://schemas.openxmlformats.org/officeDocument/2006/relationships/tags" Target="../tags/tag364.xml"/><Relationship Id="rId8" Type="http://schemas.openxmlformats.org/officeDocument/2006/relationships/tags" Target="../tags/tag363.xml"/><Relationship Id="rId7" Type="http://schemas.openxmlformats.org/officeDocument/2006/relationships/tags" Target="../tags/tag362.xml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0" Type="http://schemas.openxmlformats.org/officeDocument/2006/relationships/tags" Target="../tags/tag365.xml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9" Type="http://schemas.openxmlformats.org/officeDocument/2006/relationships/tags" Target="../tags/tag376.xml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3" Type="http://schemas.openxmlformats.org/officeDocument/2006/relationships/tags" Target="../tags/tag387.xml"/><Relationship Id="rId22" Type="http://schemas.openxmlformats.org/officeDocument/2006/relationships/tags" Target="../tags/tag386.xml"/><Relationship Id="rId21" Type="http://schemas.openxmlformats.org/officeDocument/2006/relationships/tags" Target="../tags/tag385.xml"/><Relationship Id="rId20" Type="http://schemas.openxmlformats.org/officeDocument/2006/relationships/tags" Target="../tags/tag384.xml"/><Relationship Id="rId2" Type="http://schemas.openxmlformats.org/officeDocument/2006/relationships/tags" Target="../tags/tag373.xml"/><Relationship Id="rId19" Type="http://schemas.openxmlformats.org/officeDocument/2006/relationships/tags" Target="../tags/tag383.xml"/><Relationship Id="rId18" Type="http://schemas.openxmlformats.org/officeDocument/2006/relationships/tags" Target="../tags/tag382.xml"/><Relationship Id="rId17" Type="http://schemas.openxmlformats.org/officeDocument/2006/relationships/tags" Target="../tags/tag381.xml"/><Relationship Id="rId16" Type="http://schemas.openxmlformats.org/officeDocument/2006/relationships/tags" Target="../tags/tag380.xml"/><Relationship Id="rId15" Type="http://schemas.openxmlformats.org/officeDocument/2006/relationships/tags" Target="../tags/tag379.xml"/><Relationship Id="rId14" Type="http://schemas.openxmlformats.org/officeDocument/2006/relationships/tags" Target="../tags/tag378.xml"/><Relationship Id="rId13" Type="http://schemas.openxmlformats.org/officeDocument/2006/relationships/image" Target="../media/image21.png"/><Relationship Id="rId12" Type="http://schemas.openxmlformats.org/officeDocument/2006/relationships/tags" Target="../tags/tag377.xml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6" Type="http://schemas.openxmlformats.org/officeDocument/2006/relationships/tags" Target="../tags/tag392.xml"/><Relationship Id="rId5" Type="http://schemas.openxmlformats.org/officeDocument/2006/relationships/tags" Target="../tags/tag391.xml"/><Relationship Id="rId4" Type="http://schemas.openxmlformats.org/officeDocument/2006/relationships/tags" Target="../tags/tag390.xml"/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9" Type="http://schemas.openxmlformats.org/officeDocument/2006/relationships/tags" Target="../tags/tag399.xml"/><Relationship Id="rId8" Type="http://schemas.openxmlformats.org/officeDocument/2006/relationships/tags" Target="../tags/tag398.xml"/><Relationship Id="rId7" Type="http://schemas.openxmlformats.org/officeDocument/2006/relationships/tags" Target="../tags/tag397.xml"/><Relationship Id="rId6" Type="http://schemas.openxmlformats.org/officeDocument/2006/relationships/tags" Target="../tags/tag396.xml"/><Relationship Id="rId5" Type="http://schemas.openxmlformats.org/officeDocument/2006/relationships/image" Target="../media/image22.png"/><Relationship Id="rId4" Type="http://schemas.openxmlformats.org/officeDocument/2006/relationships/tags" Target="../tags/tag395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1" Type="http://schemas.openxmlformats.org/officeDocument/2006/relationships/tags" Target="../tags/tag401.xml"/><Relationship Id="rId10" Type="http://schemas.openxmlformats.org/officeDocument/2006/relationships/tags" Target="../tags/tag400.xml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26.png"/><Relationship Id="rId7" Type="http://schemas.openxmlformats.org/officeDocument/2006/relationships/tags" Target="../tags/tag404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tags" Target="../tags/tag403.xml"/><Relationship Id="rId3" Type="http://schemas.openxmlformats.org/officeDocument/2006/relationships/image" Target="../media/image23.png"/><Relationship Id="rId2" Type="http://schemas.openxmlformats.org/officeDocument/2006/relationships/tags" Target="../tags/tag402.xml"/><Relationship Id="rId18" Type="http://schemas.openxmlformats.org/officeDocument/2006/relationships/tags" Target="../tags/tag411.xml"/><Relationship Id="rId17" Type="http://schemas.openxmlformats.org/officeDocument/2006/relationships/tags" Target="../tags/tag410.xml"/><Relationship Id="rId16" Type="http://schemas.openxmlformats.org/officeDocument/2006/relationships/tags" Target="../tags/tag409.xml"/><Relationship Id="rId15" Type="http://schemas.openxmlformats.org/officeDocument/2006/relationships/tags" Target="../tags/tag408.xml"/><Relationship Id="rId14" Type="http://schemas.openxmlformats.org/officeDocument/2006/relationships/tags" Target="../tags/tag407.xml"/><Relationship Id="rId13" Type="http://schemas.openxmlformats.org/officeDocument/2006/relationships/image" Target="../media/image29.png"/><Relationship Id="rId12" Type="http://schemas.openxmlformats.org/officeDocument/2006/relationships/tags" Target="../tags/tag406.xml"/><Relationship Id="rId11" Type="http://schemas.openxmlformats.org/officeDocument/2006/relationships/image" Target="../media/image28.png"/><Relationship Id="rId10" Type="http://schemas.openxmlformats.org/officeDocument/2006/relationships/tags" Target="../tags/tag405.xml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7" Type="http://schemas.openxmlformats.org/officeDocument/2006/relationships/tags" Target="../tags/tag417.xml"/><Relationship Id="rId6" Type="http://schemas.openxmlformats.org/officeDocument/2006/relationships/tags" Target="../tags/tag416.xml"/><Relationship Id="rId5" Type="http://schemas.openxmlformats.org/officeDocument/2006/relationships/tags" Target="../tags/tag415.xml"/><Relationship Id="rId4" Type="http://schemas.openxmlformats.org/officeDocument/2006/relationships/tags" Target="../tags/tag414.xml"/><Relationship Id="rId3" Type="http://schemas.openxmlformats.org/officeDocument/2006/relationships/tags" Target="../tags/tag413.xml"/><Relationship Id="rId2" Type="http://schemas.openxmlformats.org/officeDocument/2006/relationships/tags" Target="../tags/tag412.xml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425.xml"/><Relationship Id="rId8" Type="http://schemas.openxmlformats.org/officeDocument/2006/relationships/tags" Target="../tags/tag424.xml"/><Relationship Id="rId7" Type="http://schemas.openxmlformats.org/officeDocument/2006/relationships/tags" Target="../tags/tag423.xml"/><Relationship Id="rId6" Type="http://schemas.openxmlformats.org/officeDocument/2006/relationships/tags" Target="../tags/tag422.xml"/><Relationship Id="rId5" Type="http://schemas.openxmlformats.org/officeDocument/2006/relationships/tags" Target="../tags/tag421.xml"/><Relationship Id="rId4" Type="http://schemas.openxmlformats.org/officeDocument/2006/relationships/tags" Target="../tags/tag420.xml"/><Relationship Id="rId3" Type="http://schemas.openxmlformats.org/officeDocument/2006/relationships/tags" Target="../tags/tag419.xml"/><Relationship Id="rId2" Type="http://schemas.openxmlformats.org/officeDocument/2006/relationships/tags" Target="../tags/tag418.xml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5" Type="http://schemas.openxmlformats.org/officeDocument/2006/relationships/tags" Target="../tags/tag429.xml"/><Relationship Id="rId4" Type="http://schemas.openxmlformats.org/officeDocument/2006/relationships/tags" Target="../tags/tag428.xml"/><Relationship Id="rId3" Type="http://schemas.openxmlformats.org/officeDocument/2006/relationships/tags" Target="../tags/tag427.xml"/><Relationship Id="rId2" Type="http://schemas.openxmlformats.org/officeDocument/2006/relationships/tags" Target="../tags/tag426.xml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4" Type="http://schemas.openxmlformats.org/officeDocument/2006/relationships/tags" Target="../tags/tag432.xml"/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5" Type="http://schemas.openxmlformats.org/officeDocument/2006/relationships/tags" Target="../tags/tag436.xml"/><Relationship Id="rId4" Type="http://schemas.openxmlformats.org/officeDocument/2006/relationships/tags" Target="../tags/tag435.xml"/><Relationship Id="rId3" Type="http://schemas.openxmlformats.org/officeDocument/2006/relationships/tags" Target="../tags/tag434.xml"/><Relationship Id="rId2" Type="http://schemas.openxmlformats.org/officeDocument/2006/relationships/tags" Target="../tags/tag433.xml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6" Type="http://schemas.openxmlformats.org/officeDocument/2006/relationships/tags" Target="../tags/tag441.xml"/><Relationship Id="rId5" Type="http://schemas.openxmlformats.org/officeDocument/2006/relationships/tags" Target="../tags/tag440.xml"/><Relationship Id="rId4" Type="http://schemas.openxmlformats.org/officeDocument/2006/relationships/tags" Target="../tags/tag439.xml"/><Relationship Id="rId3" Type="http://schemas.openxmlformats.org/officeDocument/2006/relationships/tags" Target="../tags/tag438.xml"/><Relationship Id="rId2" Type="http://schemas.openxmlformats.org/officeDocument/2006/relationships/tags" Target="../tags/tag437.xml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9" Type="http://schemas.openxmlformats.org/officeDocument/2006/relationships/tags" Target="../tags/tag447.xml"/><Relationship Id="rId8" Type="http://schemas.openxmlformats.org/officeDocument/2006/relationships/tags" Target="../tags/tag446.xml"/><Relationship Id="rId7" Type="http://schemas.openxmlformats.org/officeDocument/2006/relationships/image" Target="../media/image31.png"/><Relationship Id="rId6" Type="http://schemas.openxmlformats.org/officeDocument/2006/relationships/tags" Target="../tags/tag445.xml"/><Relationship Id="rId5" Type="http://schemas.openxmlformats.org/officeDocument/2006/relationships/tags" Target="../tags/tag444.xml"/><Relationship Id="rId4" Type="http://schemas.openxmlformats.org/officeDocument/2006/relationships/tags" Target="../tags/tag443.xml"/><Relationship Id="rId3" Type="http://schemas.openxmlformats.org/officeDocument/2006/relationships/image" Target="../media/image30.png"/><Relationship Id="rId2" Type="http://schemas.openxmlformats.org/officeDocument/2006/relationships/tags" Target="../tags/tag442.xml"/><Relationship Id="rId13" Type="http://schemas.openxmlformats.org/officeDocument/2006/relationships/tags" Target="../tags/tag451.xml"/><Relationship Id="rId12" Type="http://schemas.openxmlformats.org/officeDocument/2006/relationships/tags" Target="../tags/tag450.xml"/><Relationship Id="rId11" Type="http://schemas.openxmlformats.org/officeDocument/2006/relationships/tags" Target="../tags/tag449.xml"/><Relationship Id="rId10" Type="http://schemas.openxmlformats.org/officeDocument/2006/relationships/tags" Target="../tags/tag448.xml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14849" y="1742132"/>
            <a:ext cx="10776516" cy="51158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94654" y="1306195"/>
            <a:ext cx="6951618" cy="244919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sym typeface="+mn-ea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94654" y="4182110"/>
            <a:ext cx="3918381" cy="504190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2551882"/>
            <a:ext cx="7341462" cy="430294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114306" y="1303507"/>
            <a:ext cx="2879850" cy="2346658"/>
          </a:xfrm>
        </p:spPr>
        <p:txBody>
          <a:bodyPr anchor="ctr">
            <a:normAutofit/>
          </a:bodyPr>
          <a:lstStyle>
            <a:lvl1pPr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987574" y="1496287"/>
            <a:ext cx="9203791" cy="53584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322001" y="3168015"/>
            <a:ext cx="8319337" cy="2193925"/>
          </a:xfrm>
        </p:spPr>
        <p:txBody>
          <a:bodyPr anchor="t">
            <a:normAutofit/>
          </a:bodyPr>
          <a:lstStyle>
            <a:lvl1pPr algn="l">
              <a:defRPr sz="4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1322001" y="1767840"/>
            <a:ext cx="8319337" cy="1224280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8000" b="1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4763" y="1266825"/>
            <a:ext cx="518133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312871" y="1266825"/>
            <a:ext cx="5181330" cy="4910775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764" y="1277189"/>
            <a:ext cx="515751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4764" y="1916723"/>
            <a:ext cx="5157518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311283" y="1277189"/>
            <a:ext cx="5182918" cy="540000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311283" y="1916723"/>
            <a:ext cx="5182918" cy="427294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85764" y="360000"/>
            <a:ext cx="10813487" cy="5817600"/>
          </a:xfrm>
        </p:spPr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763" y="1266825"/>
            <a:ext cx="10804488" cy="576000"/>
          </a:xfrm>
        </p:spPr>
        <p:txBody>
          <a:bodyPr anchor="t"/>
          <a:lstStyle>
            <a:lvl1pPr marL="0" indent="0">
              <a:buNone/>
              <a:defRPr sz="2400" b="0">
                <a:latin typeface="+mn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_b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00175" y="1409248"/>
            <a:ext cx="9791189" cy="54487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94763" y="1954800"/>
            <a:ext cx="6094483" cy="180000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94654" y="4182110"/>
            <a:ext cx="3918381" cy="504190"/>
          </a:xfrm>
        </p:spPr>
        <p:txBody>
          <a:bodyPr vert="horz" lIns="0" tIns="0" rIns="0" bIns="0" rtlCol="0" anchor="ctr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1364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6000">
                <a:schemeClr val="bg2">
                  <a:lumMod val="90000"/>
                </a:schemeClr>
              </a:gs>
              <a:gs pos="45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>
            <p:custDataLst>
              <p:tags r:id="rId3"/>
            </p:custDataLst>
          </p:nvPr>
        </p:nvSpPr>
        <p:spPr>
          <a:xfrm>
            <a:off x="5938997" y="1494972"/>
            <a:ext cx="6252369" cy="5363028"/>
          </a:xfrm>
          <a:custGeom>
            <a:avLst/>
            <a:gdLst>
              <a:gd name="connsiteX0" fmla="*/ 4187372 w 6252695"/>
              <a:gd name="connsiteY0" fmla="*/ 0 h 5363028"/>
              <a:gd name="connsiteX1" fmla="*/ 6183322 w 6252695"/>
              <a:gd name="connsiteY1" fmla="*/ 505393 h 5363028"/>
              <a:gd name="connsiteX2" fmla="*/ 6252695 w 6252695"/>
              <a:gd name="connsiteY2" fmla="*/ 545282 h 5363028"/>
              <a:gd name="connsiteX3" fmla="*/ 6252695 w 6252695"/>
              <a:gd name="connsiteY3" fmla="*/ 5363028 h 5363028"/>
              <a:gd name="connsiteX4" fmla="*/ 170376 w 6252695"/>
              <a:gd name="connsiteY4" fmla="*/ 5363028 h 5363028"/>
              <a:gd name="connsiteX5" fmla="*/ 85073 w 6252695"/>
              <a:gd name="connsiteY5" fmla="*/ 5031273 h 5363028"/>
              <a:gd name="connsiteX6" fmla="*/ 0 w 6252695"/>
              <a:gd name="connsiteY6" fmla="*/ 4187371 h 5363028"/>
              <a:gd name="connsiteX7" fmla="*/ 4187372 w 6252695"/>
              <a:gd name="connsiteY7" fmla="*/ 0 h 5363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2695" h="5363028">
                <a:moveTo>
                  <a:pt x="4187372" y="0"/>
                </a:moveTo>
                <a:cubicBezTo>
                  <a:pt x="4910066" y="0"/>
                  <a:pt x="5590000" y="183081"/>
                  <a:pt x="6183322" y="505393"/>
                </a:cubicBezTo>
                <a:lnTo>
                  <a:pt x="6252695" y="545282"/>
                </a:lnTo>
                <a:lnTo>
                  <a:pt x="6252695" y="5363028"/>
                </a:lnTo>
                <a:lnTo>
                  <a:pt x="170376" y="5363028"/>
                </a:lnTo>
                <a:lnTo>
                  <a:pt x="85073" y="5031273"/>
                </a:lnTo>
                <a:cubicBezTo>
                  <a:pt x="29293" y="4758685"/>
                  <a:pt x="0" y="4476449"/>
                  <a:pt x="0" y="4187371"/>
                </a:cubicBezTo>
                <a:cubicBezTo>
                  <a:pt x="0" y="1874750"/>
                  <a:pt x="1874750" y="0"/>
                  <a:pt x="418737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9050">
            <a:noFill/>
          </a:ln>
          <a:effectLst>
            <a:outerShdw blurRad="177800" dir="8100000" algn="tr" rotWithShape="0">
              <a:schemeClr val="accent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3" name="任意多边形: 形状 65"/>
          <p:cNvSpPr/>
          <p:nvPr>
            <p:custDataLst>
              <p:tags r:id="rId4"/>
            </p:custDataLst>
          </p:nvPr>
        </p:nvSpPr>
        <p:spPr>
          <a:xfrm>
            <a:off x="5938997" y="1494972"/>
            <a:ext cx="6252519" cy="5363210"/>
          </a:xfrm>
          <a:custGeom>
            <a:avLst/>
            <a:gdLst>
              <a:gd name="connsiteX0" fmla="*/ 268 w 9847"/>
              <a:gd name="connsiteY0" fmla="*/ 8446 h 8446"/>
              <a:gd name="connsiteX1" fmla="*/ 134 w 9847"/>
              <a:gd name="connsiteY1" fmla="*/ 7923 h 8446"/>
              <a:gd name="connsiteX2" fmla="*/ 0 w 9847"/>
              <a:gd name="connsiteY2" fmla="*/ 6594 h 8446"/>
              <a:gd name="connsiteX3" fmla="*/ 6594 w 9847"/>
              <a:gd name="connsiteY3" fmla="*/ 0 h 8446"/>
              <a:gd name="connsiteX4" fmla="*/ 9738 w 9847"/>
              <a:gd name="connsiteY4" fmla="*/ 796 h 8446"/>
              <a:gd name="connsiteX5" fmla="*/ 9847 w 9847"/>
              <a:gd name="connsiteY5" fmla="*/ 859 h 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7" h="8446">
                <a:moveTo>
                  <a:pt x="268" y="8446"/>
                </a:moveTo>
                <a:lnTo>
                  <a:pt x="134" y="7923"/>
                </a:lnTo>
                <a:cubicBezTo>
                  <a:pt x="46" y="7494"/>
                  <a:pt x="0" y="7050"/>
                  <a:pt x="0" y="6594"/>
                </a:cubicBezTo>
                <a:cubicBezTo>
                  <a:pt x="0" y="2952"/>
                  <a:pt x="2952" y="0"/>
                  <a:pt x="6594" y="0"/>
                </a:cubicBezTo>
                <a:cubicBezTo>
                  <a:pt x="7732" y="0"/>
                  <a:pt x="8803" y="288"/>
                  <a:pt x="9738" y="796"/>
                </a:cubicBezTo>
                <a:lnTo>
                  <a:pt x="9847" y="859"/>
                </a:lnTo>
              </a:path>
            </a:pathLst>
          </a:custGeom>
          <a:noFill/>
          <a:ln w="19050">
            <a:solidFill>
              <a:srgbClr val="FFFFFF"/>
            </a:solidFill>
          </a:ln>
          <a:effectLst>
            <a:outerShdw blurRad="177800" dir="8100000" algn="tr" rotWithShape="0">
              <a:schemeClr val="accent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64" name="任意多边形: 形状 63"/>
          <p:cNvSpPr/>
          <p:nvPr>
            <p:custDataLst>
              <p:tags r:id="rId5"/>
            </p:custDataLst>
          </p:nvPr>
        </p:nvSpPr>
        <p:spPr>
          <a:xfrm>
            <a:off x="6294803" y="1899285"/>
            <a:ext cx="5896562" cy="4958715"/>
          </a:xfrm>
          <a:custGeom>
            <a:avLst/>
            <a:gdLst>
              <a:gd name="connsiteX0" fmla="*/ 3824288 w 5896869"/>
              <a:gd name="connsiteY0" fmla="*/ 0 h 4958715"/>
              <a:gd name="connsiteX1" fmla="*/ 5807321 w 5896869"/>
              <a:gd name="connsiteY1" fmla="*/ 553655 h 4958715"/>
              <a:gd name="connsiteX2" fmla="*/ 5896869 w 5896869"/>
              <a:gd name="connsiteY2" fmla="*/ 611064 h 4958715"/>
              <a:gd name="connsiteX3" fmla="*/ 5896869 w 5896869"/>
              <a:gd name="connsiteY3" fmla="*/ 4958715 h 4958715"/>
              <a:gd name="connsiteX4" fmla="*/ 171213 w 5896869"/>
              <a:gd name="connsiteY4" fmla="*/ 4958715 h 4958715"/>
              <a:gd name="connsiteX5" fmla="*/ 77696 w 5896869"/>
              <a:gd name="connsiteY5" fmla="*/ 4595016 h 4958715"/>
              <a:gd name="connsiteX6" fmla="*/ 0 w 5896869"/>
              <a:gd name="connsiteY6" fmla="*/ 3824288 h 4958715"/>
              <a:gd name="connsiteX7" fmla="*/ 3824288 w 5896869"/>
              <a:gd name="connsiteY7" fmla="*/ 0 h 4958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869" h="4958715">
                <a:moveTo>
                  <a:pt x="3824288" y="0"/>
                </a:moveTo>
                <a:cubicBezTo>
                  <a:pt x="4550321" y="0"/>
                  <a:pt x="5229100" y="202320"/>
                  <a:pt x="5807321" y="553655"/>
                </a:cubicBezTo>
                <a:lnTo>
                  <a:pt x="5896869" y="611064"/>
                </a:lnTo>
                <a:lnTo>
                  <a:pt x="5896869" y="4958715"/>
                </a:lnTo>
                <a:lnTo>
                  <a:pt x="171213" y="4958715"/>
                </a:lnTo>
                <a:lnTo>
                  <a:pt x="77696" y="4595016"/>
                </a:lnTo>
                <a:cubicBezTo>
                  <a:pt x="26753" y="4346064"/>
                  <a:pt x="0" y="4088300"/>
                  <a:pt x="0" y="3824288"/>
                </a:cubicBezTo>
                <a:cubicBezTo>
                  <a:pt x="0" y="1712192"/>
                  <a:pt x="1712192" y="0"/>
                  <a:pt x="3824288" y="0"/>
                </a:cubicBezTo>
                <a:close/>
              </a:path>
            </a:pathLst>
          </a:custGeom>
          <a:gradFill>
            <a:gsLst>
              <a:gs pos="30000">
                <a:schemeClr val="accent1"/>
              </a:gs>
              <a:gs pos="79000">
                <a:schemeClr val="accent2">
                  <a:lumMod val="75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pic>
        <p:nvPicPr>
          <p:cNvPr id="62" name="图片 6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6294804" y="1899286"/>
            <a:ext cx="5896562" cy="4958715"/>
          </a:xfrm>
          <a:custGeom>
            <a:avLst/>
            <a:gdLst>
              <a:gd name="connsiteX0" fmla="*/ 3824288 w 5896869"/>
              <a:gd name="connsiteY0" fmla="*/ 0 h 4958715"/>
              <a:gd name="connsiteX1" fmla="*/ 5647171 w 5896869"/>
              <a:gd name="connsiteY1" fmla="*/ 461571 h 4958715"/>
              <a:gd name="connsiteX2" fmla="*/ 5896869 w 5896869"/>
              <a:gd name="connsiteY2" fmla="*/ 613267 h 4958715"/>
              <a:gd name="connsiteX3" fmla="*/ 5896869 w 5896869"/>
              <a:gd name="connsiteY3" fmla="*/ 4958715 h 4958715"/>
              <a:gd name="connsiteX4" fmla="*/ 171138 w 5896869"/>
              <a:gd name="connsiteY4" fmla="*/ 4958715 h 4958715"/>
              <a:gd name="connsiteX5" fmla="*/ 120399 w 5896869"/>
              <a:gd name="connsiteY5" fmla="*/ 4780037 h 4958715"/>
              <a:gd name="connsiteX6" fmla="*/ 0 w 5896869"/>
              <a:gd name="connsiteY6" fmla="*/ 3824288 h 4958715"/>
              <a:gd name="connsiteX7" fmla="*/ 3824288 w 5896869"/>
              <a:gd name="connsiteY7" fmla="*/ 0 h 4958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869" h="4958715">
                <a:moveTo>
                  <a:pt x="3824288" y="0"/>
                </a:moveTo>
                <a:cubicBezTo>
                  <a:pt x="4484318" y="0"/>
                  <a:pt x="5105295" y="167206"/>
                  <a:pt x="5647171" y="461571"/>
                </a:cubicBezTo>
                <a:lnTo>
                  <a:pt x="5896869" y="613267"/>
                </a:lnTo>
                <a:lnTo>
                  <a:pt x="5896869" y="4958715"/>
                </a:lnTo>
                <a:lnTo>
                  <a:pt x="171138" y="4958715"/>
                </a:lnTo>
                <a:lnTo>
                  <a:pt x="120399" y="4780037"/>
                </a:lnTo>
                <a:cubicBezTo>
                  <a:pt x="41802" y="4474555"/>
                  <a:pt x="0" y="4154303"/>
                  <a:pt x="0" y="3824288"/>
                </a:cubicBezTo>
                <a:cubicBezTo>
                  <a:pt x="0" y="1712192"/>
                  <a:pt x="1712192" y="0"/>
                  <a:pt x="3824288" y="0"/>
                </a:cubicBezTo>
                <a:close/>
              </a:path>
            </a:pathLst>
          </a:custGeom>
        </p:spPr>
      </p:pic>
      <p:pic>
        <p:nvPicPr>
          <p:cNvPr id="53" name="图片 5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10934131" y="3028950"/>
            <a:ext cx="1257234" cy="3829050"/>
          </a:xfrm>
          <a:custGeom>
            <a:avLst/>
            <a:gdLst>
              <a:gd name="connsiteX0" fmla="*/ 0 w 1257299"/>
              <a:gd name="connsiteY0" fmla="*/ 0 h 3829050"/>
              <a:gd name="connsiteX1" fmla="*/ 1257299 w 1257299"/>
              <a:gd name="connsiteY1" fmla="*/ 0 h 3829050"/>
              <a:gd name="connsiteX2" fmla="*/ 1257299 w 1257299"/>
              <a:gd name="connsiteY2" fmla="*/ 3829050 h 3829050"/>
              <a:gd name="connsiteX3" fmla="*/ 0 w 1257299"/>
              <a:gd name="connsiteY3" fmla="*/ 3829050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7299" h="3829050">
                <a:moveTo>
                  <a:pt x="0" y="0"/>
                </a:moveTo>
                <a:lnTo>
                  <a:pt x="1257299" y="0"/>
                </a:lnTo>
                <a:lnTo>
                  <a:pt x="1257299" y="3829050"/>
                </a:lnTo>
                <a:lnTo>
                  <a:pt x="0" y="3829050"/>
                </a:lnTo>
                <a:close/>
              </a:path>
            </a:pathLst>
          </a:custGeom>
        </p:spPr>
      </p:pic>
      <p:pic>
        <p:nvPicPr>
          <p:cNvPr id="61" name="图片 6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9172552" y="571501"/>
            <a:ext cx="1930299" cy="4668157"/>
          </a:xfrm>
          <a:custGeom>
            <a:avLst/>
            <a:gdLst>
              <a:gd name="connsiteX0" fmla="*/ 0 w 1930400"/>
              <a:gd name="connsiteY0" fmla="*/ 0 h 4668157"/>
              <a:gd name="connsiteX1" fmla="*/ 1930400 w 1930400"/>
              <a:gd name="connsiteY1" fmla="*/ 0 h 4668157"/>
              <a:gd name="connsiteX2" fmla="*/ 1930400 w 1930400"/>
              <a:gd name="connsiteY2" fmla="*/ 4668157 h 4668157"/>
              <a:gd name="connsiteX3" fmla="*/ 0 w 1930400"/>
              <a:gd name="connsiteY3" fmla="*/ 4668157 h 4668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400" h="4668157">
                <a:moveTo>
                  <a:pt x="0" y="0"/>
                </a:moveTo>
                <a:lnTo>
                  <a:pt x="1930400" y="0"/>
                </a:lnTo>
                <a:lnTo>
                  <a:pt x="1930400" y="4668157"/>
                </a:lnTo>
                <a:lnTo>
                  <a:pt x="0" y="4668157"/>
                </a:lnTo>
                <a:close/>
              </a:path>
            </a:pathLst>
          </a:custGeom>
        </p:spPr>
      </p:pic>
      <p:cxnSp>
        <p:nvCxnSpPr>
          <p:cNvPr id="27" name="直接连接符 26"/>
          <p:cNvCxnSpPr/>
          <p:nvPr>
            <p:custDataLst>
              <p:tags r:id="rId12"/>
            </p:custDataLst>
          </p:nvPr>
        </p:nvCxnSpPr>
        <p:spPr>
          <a:xfrm>
            <a:off x="1049290" y="756100"/>
            <a:ext cx="237312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3"/>
            </p:custDataLst>
          </p:nvPr>
        </p:nvCxnSpPr>
        <p:spPr>
          <a:xfrm>
            <a:off x="1049290" y="821637"/>
            <a:ext cx="237312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>
            <p:custDataLst>
              <p:tags r:id="rId14"/>
            </p:custDataLst>
          </p:nvPr>
        </p:nvCxnSpPr>
        <p:spPr>
          <a:xfrm>
            <a:off x="1049290" y="887173"/>
            <a:ext cx="237312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>
            <p:custDataLst>
              <p:tags r:id="rId15"/>
            </p:custDataLst>
          </p:nvPr>
        </p:nvSpPr>
        <p:spPr>
          <a:xfrm>
            <a:off x="10585983" y="732719"/>
            <a:ext cx="127363" cy="12737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椭圆 31"/>
          <p:cNvSpPr/>
          <p:nvPr>
            <p:custDataLst>
              <p:tags r:id="rId16"/>
            </p:custDataLst>
          </p:nvPr>
        </p:nvSpPr>
        <p:spPr>
          <a:xfrm>
            <a:off x="10824152" y="732719"/>
            <a:ext cx="127363" cy="12737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椭圆 32"/>
          <p:cNvSpPr/>
          <p:nvPr>
            <p:custDataLst>
              <p:tags r:id="rId17"/>
            </p:custDataLst>
          </p:nvPr>
        </p:nvSpPr>
        <p:spPr>
          <a:xfrm>
            <a:off x="11063595" y="732719"/>
            <a:ext cx="127363" cy="12737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椭圆 33"/>
          <p:cNvSpPr/>
          <p:nvPr>
            <p:custDataLst>
              <p:tags r:id="rId18"/>
            </p:custDataLst>
          </p:nvPr>
        </p:nvSpPr>
        <p:spPr>
          <a:xfrm>
            <a:off x="11301764" y="732719"/>
            <a:ext cx="127363" cy="12737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任意多边形: 形状 34"/>
          <p:cNvSpPr/>
          <p:nvPr>
            <p:custDataLst>
              <p:tags r:id="rId19"/>
            </p:custDataLst>
          </p:nvPr>
        </p:nvSpPr>
        <p:spPr>
          <a:xfrm>
            <a:off x="1" y="2"/>
            <a:ext cx="1739808" cy="1405430"/>
          </a:xfrm>
          <a:custGeom>
            <a:avLst/>
            <a:gdLst>
              <a:gd name="connsiteX0" fmla="*/ 1132267 w 1718127"/>
              <a:gd name="connsiteY0" fmla="*/ 0 h 1387843"/>
              <a:gd name="connsiteX1" fmla="*/ 1718127 w 1718127"/>
              <a:gd name="connsiteY1" fmla="*/ 0 h 1387843"/>
              <a:gd name="connsiteX2" fmla="*/ 1703342 w 1718127"/>
              <a:gd name="connsiteY2" fmla="*/ 96877 h 1387843"/>
              <a:gd name="connsiteX3" fmla="*/ 119381 w 1718127"/>
              <a:gd name="connsiteY3" fmla="*/ 1387843 h 1387843"/>
              <a:gd name="connsiteX4" fmla="*/ 0 w 1718127"/>
              <a:gd name="connsiteY4" fmla="*/ 1381815 h 1387843"/>
              <a:gd name="connsiteX5" fmla="*/ 0 w 1718127"/>
              <a:gd name="connsiteY5" fmla="*/ 802689 h 1387843"/>
              <a:gd name="connsiteX6" fmla="*/ 13147 w 1718127"/>
              <a:gd name="connsiteY6" fmla="*/ 804696 h 1387843"/>
              <a:gd name="connsiteX7" fmla="*/ 119381 w 1718127"/>
              <a:gd name="connsiteY7" fmla="*/ 810060 h 1387843"/>
              <a:gd name="connsiteX8" fmla="*/ 1111694 w 1718127"/>
              <a:gd name="connsiteY8" fmla="*/ 80008 h 138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8127" h="1387843">
                <a:moveTo>
                  <a:pt x="1132267" y="0"/>
                </a:moveTo>
                <a:lnTo>
                  <a:pt x="1718127" y="0"/>
                </a:lnTo>
                <a:lnTo>
                  <a:pt x="1703342" y="96877"/>
                </a:lnTo>
                <a:cubicBezTo>
                  <a:pt x="1552581" y="833630"/>
                  <a:pt x="900703" y="1387843"/>
                  <a:pt x="119381" y="1387843"/>
                </a:cubicBezTo>
                <a:lnTo>
                  <a:pt x="0" y="1381815"/>
                </a:lnTo>
                <a:lnTo>
                  <a:pt x="0" y="802689"/>
                </a:lnTo>
                <a:lnTo>
                  <a:pt x="13147" y="804696"/>
                </a:lnTo>
                <a:cubicBezTo>
                  <a:pt x="48076" y="808243"/>
                  <a:pt x="83516" y="810060"/>
                  <a:pt x="119381" y="810060"/>
                </a:cubicBezTo>
                <a:cubicBezTo>
                  <a:pt x="585624" y="810060"/>
                  <a:pt x="980142" y="502963"/>
                  <a:pt x="1111694" y="80008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154" y="136525"/>
            <a:ext cx="7771997" cy="3216275"/>
          </a:xfrm>
        </p:spPr>
        <p:txBody>
          <a:bodyPr/>
          <a:lstStyle>
            <a:lvl1pPr>
              <a:defRPr lang="en-US" sz="4800" baseline="0" dirty="0">
                <a:gradFill>
                  <a:gsLst>
                    <a:gs pos="0">
                      <a:schemeClr val="accent1"/>
                    </a:gs>
                    <a:gs pos="70000">
                      <a:schemeClr val="accent2"/>
                    </a:gs>
                  </a:gsLst>
                  <a:lin ang="54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pPr marL="0" lvl="0"/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6" name="矩形 15"/>
          <p:cNvSpPr/>
          <p:nvPr>
            <p:custDataLst>
              <p:tags r:id="rId24"/>
            </p:custDataLst>
          </p:nvPr>
        </p:nvSpPr>
        <p:spPr>
          <a:xfrm>
            <a:off x="0" y="5358130"/>
            <a:ext cx="12058022" cy="86042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55000">
                <a:schemeClr val="bg1"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等腰三角形 16"/>
          <p:cNvSpPr/>
          <p:nvPr>
            <p:custDataLst>
              <p:tags r:id="rId25"/>
            </p:custDataLst>
          </p:nvPr>
        </p:nvSpPr>
        <p:spPr>
          <a:xfrm rot="5400000">
            <a:off x="11222156" y="5724939"/>
            <a:ext cx="159370" cy="13752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等腰三角形 18"/>
          <p:cNvSpPr/>
          <p:nvPr>
            <p:custDataLst>
              <p:tags r:id="rId26"/>
            </p:custDataLst>
          </p:nvPr>
        </p:nvSpPr>
        <p:spPr>
          <a:xfrm rot="5400000" flipV="1">
            <a:off x="10980871" y="5724937"/>
            <a:ext cx="159369" cy="13752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27"/>
            </p:custDataLst>
          </p:nvPr>
        </p:nvCxnSpPr>
        <p:spPr>
          <a:xfrm>
            <a:off x="3839759" y="5788365"/>
            <a:ext cx="659575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占位符 23"/>
          <p:cNvSpPr>
            <a:spLocks noGrp="1"/>
          </p:cNvSpPr>
          <p:nvPr>
            <p:ph type="body" sz="quarter" idx="18" hasCustomPrompt="1"/>
            <p:custDataLst>
              <p:tags r:id="rId28"/>
            </p:custDataLst>
          </p:nvPr>
        </p:nvSpPr>
        <p:spPr>
          <a:xfrm>
            <a:off x="838154" y="4161089"/>
            <a:ext cx="2066817" cy="496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74000">
                <a:schemeClr val="accent2"/>
              </a:gs>
            </a:gsLst>
            <a:lin ang="5400000" scaled="0"/>
          </a:gra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aseline="0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9" name="副标题 2"/>
          <p:cNvSpPr>
            <a:spLocks noGrp="1"/>
          </p:cNvSpPr>
          <p:nvPr>
            <p:ph type="subTitle" idx="1" hasCustomPrompt="1"/>
            <p:custDataLst>
              <p:tags r:id="rId29"/>
            </p:custDataLst>
          </p:nvPr>
        </p:nvSpPr>
        <p:spPr>
          <a:xfrm>
            <a:off x="838156" y="3600000"/>
            <a:ext cx="5962339" cy="381450"/>
          </a:xfrm>
        </p:spPr>
        <p:txBody>
          <a:bodyPr wrap="square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0" name="公司名占位符 6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838154" y="55459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1">
                    <a:lumMod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23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oundRect">
            <a:avLst>
              <a:gd name="adj" fmla="val 0"/>
            </a:avLst>
          </a:prstGeom>
          <a:blipFill>
            <a:blip r:embed="rId3" cstate="print">
              <a:alphaModFix amt="12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>
            <p:custDataLst>
              <p:tags r:id="rId4"/>
            </p:custDataLst>
          </p:nvPr>
        </p:nvSpPr>
        <p:spPr>
          <a:xfrm flipH="1">
            <a:off x="9981681" y="0"/>
            <a:ext cx="2209684" cy="1784999"/>
          </a:xfrm>
          <a:custGeom>
            <a:avLst/>
            <a:gdLst>
              <a:gd name="connsiteX0" fmla="*/ 1132267 w 1718127"/>
              <a:gd name="connsiteY0" fmla="*/ 0 h 1387843"/>
              <a:gd name="connsiteX1" fmla="*/ 1718127 w 1718127"/>
              <a:gd name="connsiteY1" fmla="*/ 0 h 1387843"/>
              <a:gd name="connsiteX2" fmla="*/ 1703342 w 1718127"/>
              <a:gd name="connsiteY2" fmla="*/ 96877 h 1387843"/>
              <a:gd name="connsiteX3" fmla="*/ 119381 w 1718127"/>
              <a:gd name="connsiteY3" fmla="*/ 1387843 h 1387843"/>
              <a:gd name="connsiteX4" fmla="*/ 0 w 1718127"/>
              <a:gd name="connsiteY4" fmla="*/ 1381815 h 1387843"/>
              <a:gd name="connsiteX5" fmla="*/ 0 w 1718127"/>
              <a:gd name="connsiteY5" fmla="*/ 802689 h 1387843"/>
              <a:gd name="connsiteX6" fmla="*/ 13147 w 1718127"/>
              <a:gd name="connsiteY6" fmla="*/ 804696 h 1387843"/>
              <a:gd name="connsiteX7" fmla="*/ 119381 w 1718127"/>
              <a:gd name="connsiteY7" fmla="*/ 810060 h 1387843"/>
              <a:gd name="connsiteX8" fmla="*/ 1111694 w 1718127"/>
              <a:gd name="connsiteY8" fmla="*/ 80008 h 138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8127" h="1387843">
                <a:moveTo>
                  <a:pt x="1132267" y="0"/>
                </a:moveTo>
                <a:lnTo>
                  <a:pt x="1718127" y="0"/>
                </a:lnTo>
                <a:lnTo>
                  <a:pt x="1703342" y="96877"/>
                </a:lnTo>
                <a:cubicBezTo>
                  <a:pt x="1552581" y="833630"/>
                  <a:pt x="900703" y="1387843"/>
                  <a:pt x="119381" y="1387843"/>
                </a:cubicBezTo>
                <a:lnTo>
                  <a:pt x="0" y="1381815"/>
                </a:lnTo>
                <a:lnTo>
                  <a:pt x="0" y="802689"/>
                </a:lnTo>
                <a:lnTo>
                  <a:pt x="13147" y="804696"/>
                </a:lnTo>
                <a:cubicBezTo>
                  <a:pt x="48076" y="808243"/>
                  <a:pt x="83516" y="810060"/>
                  <a:pt x="119381" y="810060"/>
                </a:cubicBezTo>
                <a:cubicBezTo>
                  <a:pt x="585624" y="810060"/>
                  <a:pt x="980142" y="502963"/>
                  <a:pt x="1111694" y="80008"/>
                </a:cubicBezTo>
                <a:close/>
              </a:path>
            </a:pathLst>
          </a:cu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>
                  <a:lumMod val="90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矩形: 圆顶角 26"/>
          <p:cNvSpPr/>
          <p:nvPr>
            <p:custDataLst>
              <p:tags r:id="rId5"/>
            </p:custDataLst>
          </p:nvPr>
        </p:nvSpPr>
        <p:spPr>
          <a:xfrm flipV="1">
            <a:off x="0" y="6273800"/>
            <a:ext cx="12191365" cy="584200"/>
          </a:xfrm>
          <a:prstGeom prst="round2SameRect">
            <a:avLst>
              <a:gd name="adj1" fmla="val 0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839743" y="797429"/>
            <a:ext cx="6430473" cy="1081088"/>
          </a:xfrm>
        </p:spPr>
        <p:txBody>
          <a:bodyPr wrap="square" anchor="b">
            <a:normAutofit/>
          </a:bodyPr>
          <a:lstStyle>
            <a:lvl1pPr>
              <a:defRPr sz="6000"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 flipH="1">
            <a:off x="635" y="0"/>
            <a:ext cx="1219073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6000">
                <a:schemeClr val="bg2">
                  <a:lumMod val="90000"/>
                </a:schemeClr>
              </a:gs>
              <a:gs pos="45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任意多边形: 形状 23"/>
          <p:cNvSpPr/>
          <p:nvPr>
            <p:custDataLst>
              <p:tags r:id="rId3"/>
            </p:custDataLst>
          </p:nvPr>
        </p:nvSpPr>
        <p:spPr>
          <a:xfrm flipH="1">
            <a:off x="0" y="2133600"/>
            <a:ext cx="5507839" cy="4724400"/>
          </a:xfrm>
          <a:custGeom>
            <a:avLst/>
            <a:gdLst>
              <a:gd name="connsiteX0" fmla="*/ 4187372 w 6252695"/>
              <a:gd name="connsiteY0" fmla="*/ 0 h 5363028"/>
              <a:gd name="connsiteX1" fmla="*/ 6183322 w 6252695"/>
              <a:gd name="connsiteY1" fmla="*/ 505393 h 5363028"/>
              <a:gd name="connsiteX2" fmla="*/ 6252695 w 6252695"/>
              <a:gd name="connsiteY2" fmla="*/ 545282 h 5363028"/>
              <a:gd name="connsiteX3" fmla="*/ 6252695 w 6252695"/>
              <a:gd name="connsiteY3" fmla="*/ 5363028 h 5363028"/>
              <a:gd name="connsiteX4" fmla="*/ 170376 w 6252695"/>
              <a:gd name="connsiteY4" fmla="*/ 5363028 h 5363028"/>
              <a:gd name="connsiteX5" fmla="*/ 85073 w 6252695"/>
              <a:gd name="connsiteY5" fmla="*/ 5031273 h 5363028"/>
              <a:gd name="connsiteX6" fmla="*/ 0 w 6252695"/>
              <a:gd name="connsiteY6" fmla="*/ 4187371 h 5363028"/>
              <a:gd name="connsiteX7" fmla="*/ 4187372 w 6252695"/>
              <a:gd name="connsiteY7" fmla="*/ 0 h 5363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2695" h="5363028">
                <a:moveTo>
                  <a:pt x="4187372" y="0"/>
                </a:moveTo>
                <a:cubicBezTo>
                  <a:pt x="4910066" y="0"/>
                  <a:pt x="5590000" y="183081"/>
                  <a:pt x="6183322" y="505393"/>
                </a:cubicBezTo>
                <a:lnTo>
                  <a:pt x="6252695" y="545282"/>
                </a:lnTo>
                <a:lnTo>
                  <a:pt x="6252695" y="5363028"/>
                </a:lnTo>
                <a:lnTo>
                  <a:pt x="170376" y="5363028"/>
                </a:lnTo>
                <a:lnTo>
                  <a:pt x="85073" y="5031273"/>
                </a:lnTo>
                <a:cubicBezTo>
                  <a:pt x="29293" y="4758685"/>
                  <a:pt x="0" y="4476449"/>
                  <a:pt x="0" y="4187371"/>
                </a:cubicBezTo>
                <a:cubicBezTo>
                  <a:pt x="0" y="1874750"/>
                  <a:pt x="1874750" y="0"/>
                  <a:pt x="418737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9050">
            <a:noFill/>
          </a:ln>
          <a:effectLst>
            <a:outerShdw blurRad="177800" dir="8100000" algn="tr" rotWithShape="0">
              <a:schemeClr val="accent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7" name="任意多边形: 形状 23"/>
          <p:cNvSpPr/>
          <p:nvPr>
            <p:custDataLst>
              <p:tags r:id="rId4"/>
            </p:custDataLst>
          </p:nvPr>
        </p:nvSpPr>
        <p:spPr>
          <a:xfrm flipH="1">
            <a:off x="1406" y="2133600"/>
            <a:ext cx="5507703" cy="4724400"/>
          </a:xfrm>
          <a:custGeom>
            <a:avLst/>
            <a:gdLst>
              <a:gd name="connsiteX0" fmla="*/ 236 w 8674"/>
              <a:gd name="connsiteY0" fmla="*/ 7440 h 7440"/>
              <a:gd name="connsiteX1" fmla="*/ 118 w 8674"/>
              <a:gd name="connsiteY1" fmla="*/ 6980 h 7440"/>
              <a:gd name="connsiteX2" fmla="*/ 0 w 8674"/>
              <a:gd name="connsiteY2" fmla="*/ 5809 h 7440"/>
              <a:gd name="connsiteX3" fmla="*/ 5809 w 8674"/>
              <a:gd name="connsiteY3" fmla="*/ 0 h 7440"/>
              <a:gd name="connsiteX4" fmla="*/ 8578 w 8674"/>
              <a:gd name="connsiteY4" fmla="*/ 701 h 7440"/>
              <a:gd name="connsiteX5" fmla="*/ 8674 w 8674"/>
              <a:gd name="connsiteY5" fmla="*/ 756 h 7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74" h="7440">
                <a:moveTo>
                  <a:pt x="236" y="7440"/>
                </a:moveTo>
                <a:lnTo>
                  <a:pt x="118" y="6980"/>
                </a:lnTo>
                <a:cubicBezTo>
                  <a:pt x="41" y="6602"/>
                  <a:pt x="0" y="6210"/>
                  <a:pt x="0" y="5809"/>
                </a:cubicBezTo>
                <a:cubicBezTo>
                  <a:pt x="0" y="2601"/>
                  <a:pt x="2601" y="0"/>
                  <a:pt x="5809" y="0"/>
                </a:cubicBezTo>
                <a:cubicBezTo>
                  <a:pt x="6812" y="0"/>
                  <a:pt x="7755" y="254"/>
                  <a:pt x="8578" y="701"/>
                </a:cubicBezTo>
                <a:lnTo>
                  <a:pt x="8674" y="756"/>
                </a:lnTo>
              </a:path>
            </a:pathLst>
          </a:custGeom>
          <a:noFill/>
          <a:ln w="19050">
            <a:solidFill>
              <a:srgbClr val="FFFFFF">
                <a:alpha val="67000"/>
              </a:srgbClr>
            </a:solidFill>
          </a:ln>
          <a:effectLst>
            <a:outerShdw blurRad="177800" dir="8100000" algn="tr" rotWithShape="0">
              <a:schemeClr val="accent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25" name="任意多边形: 形状 24"/>
          <p:cNvSpPr/>
          <p:nvPr>
            <p:custDataLst>
              <p:tags r:id="rId5"/>
            </p:custDataLst>
          </p:nvPr>
        </p:nvSpPr>
        <p:spPr>
          <a:xfrm flipH="1">
            <a:off x="1" y="2489768"/>
            <a:ext cx="5194401" cy="4368232"/>
          </a:xfrm>
          <a:custGeom>
            <a:avLst/>
            <a:gdLst>
              <a:gd name="connsiteX0" fmla="*/ 3824288 w 5896869"/>
              <a:gd name="connsiteY0" fmla="*/ 0 h 4958715"/>
              <a:gd name="connsiteX1" fmla="*/ 5807321 w 5896869"/>
              <a:gd name="connsiteY1" fmla="*/ 553655 h 4958715"/>
              <a:gd name="connsiteX2" fmla="*/ 5896869 w 5896869"/>
              <a:gd name="connsiteY2" fmla="*/ 611064 h 4958715"/>
              <a:gd name="connsiteX3" fmla="*/ 5896869 w 5896869"/>
              <a:gd name="connsiteY3" fmla="*/ 4958715 h 4958715"/>
              <a:gd name="connsiteX4" fmla="*/ 171213 w 5896869"/>
              <a:gd name="connsiteY4" fmla="*/ 4958715 h 4958715"/>
              <a:gd name="connsiteX5" fmla="*/ 77696 w 5896869"/>
              <a:gd name="connsiteY5" fmla="*/ 4595016 h 4958715"/>
              <a:gd name="connsiteX6" fmla="*/ 0 w 5896869"/>
              <a:gd name="connsiteY6" fmla="*/ 3824288 h 4958715"/>
              <a:gd name="connsiteX7" fmla="*/ 3824288 w 5896869"/>
              <a:gd name="connsiteY7" fmla="*/ 0 h 4958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869" h="4958715">
                <a:moveTo>
                  <a:pt x="3824288" y="0"/>
                </a:moveTo>
                <a:cubicBezTo>
                  <a:pt x="4550321" y="0"/>
                  <a:pt x="5229100" y="202320"/>
                  <a:pt x="5807321" y="553655"/>
                </a:cubicBezTo>
                <a:lnTo>
                  <a:pt x="5896869" y="611064"/>
                </a:lnTo>
                <a:lnTo>
                  <a:pt x="5896869" y="4958715"/>
                </a:lnTo>
                <a:lnTo>
                  <a:pt x="171213" y="4958715"/>
                </a:lnTo>
                <a:lnTo>
                  <a:pt x="77696" y="4595016"/>
                </a:lnTo>
                <a:cubicBezTo>
                  <a:pt x="26753" y="4346064"/>
                  <a:pt x="0" y="4088300"/>
                  <a:pt x="0" y="3824288"/>
                </a:cubicBezTo>
                <a:cubicBezTo>
                  <a:pt x="0" y="1712192"/>
                  <a:pt x="1712192" y="0"/>
                  <a:pt x="3824288" y="0"/>
                </a:cubicBezTo>
                <a:close/>
              </a:path>
            </a:pathLst>
          </a:custGeom>
          <a:gradFill>
            <a:gsLst>
              <a:gs pos="30000">
                <a:schemeClr val="accent1"/>
              </a:gs>
              <a:gs pos="79000">
                <a:schemeClr val="accent2">
                  <a:lumMod val="75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56" name="椭圆 55"/>
          <p:cNvSpPr/>
          <p:nvPr>
            <p:custDataLst>
              <p:tags r:id="rId6"/>
            </p:custDataLst>
          </p:nvPr>
        </p:nvSpPr>
        <p:spPr>
          <a:xfrm>
            <a:off x="10663927" y="672032"/>
            <a:ext cx="109012" cy="109018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" name="椭圆 56"/>
          <p:cNvSpPr/>
          <p:nvPr>
            <p:custDataLst>
              <p:tags r:id="rId7"/>
            </p:custDataLst>
          </p:nvPr>
        </p:nvSpPr>
        <p:spPr>
          <a:xfrm>
            <a:off x="10867780" y="672032"/>
            <a:ext cx="109012" cy="10901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椭圆 57"/>
          <p:cNvSpPr/>
          <p:nvPr>
            <p:custDataLst>
              <p:tags r:id="rId8"/>
            </p:custDataLst>
          </p:nvPr>
        </p:nvSpPr>
        <p:spPr>
          <a:xfrm>
            <a:off x="11072722" y="672032"/>
            <a:ext cx="109012" cy="109018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9" name="椭圆 58"/>
          <p:cNvSpPr/>
          <p:nvPr>
            <p:custDataLst>
              <p:tags r:id="rId9"/>
            </p:custDataLst>
          </p:nvPr>
        </p:nvSpPr>
        <p:spPr>
          <a:xfrm>
            <a:off x="11276576" y="672032"/>
            <a:ext cx="109012" cy="10901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任意多边形: 形状 39"/>
          <p:cNvSpPr/>
          <p:nvPr>
            <p:custDataLst>
              <p:tags r:id="rId10"/>
            </p:custDataLst>
          </p:nvPr>
        </p:nvSpPr>
        <p:spPr>
          <a:xfrm rot="16200000" flipH="1">
            <a:off x="-173346" y="175895"/>
            <a:ext cx="1814735" cy="1465580"/>
          </a:xfrm>
          <a:custGeom>
            <a:avLst/>
            <a:gdLst>
              <a:gd name="connsiteX0" fmla="*/ 1132267 w 1718127"/>
              <a:gd name="connsiteY0" fmla="*/ 0 h 1387843"/>
              <a:gd name="connsiteX1" fmla="*/ 1718127 w 1718127"/>
              <a:gd name="connsiteY1" fmla="*/ 0 h 1387843"/>
              <a:gd name="connsiteX2" fmla="*/ 1703342 w 1718127"/>
              <a:gd name="connsiteY2" fmla="*/ 96877 h 1387843"/>
              <a:gd name="connsiteX3" fmla="*/ 119381 w 1718127"/>
              <a:gd name="connsiteY3" fmla="*/ 1387843 h 1387843"/>
              <a:gd name="connsiteX4" fmla="*/ 0 w 1718127"/>
              <a:gd name="connsiteY4" fmla="*/ 1381815 h 1387843"/>
              <a:gd name="connsiteX5" fmla="*/ 0 w 1718127"/>
              <a:gd name="connsiteY5" fmla="*/ 802689 h 1387843"/>
              <a:gd name="connsiteX6" fmla="*/ 13147 w 1718127"/>
              <a:gd name="connsiteY6" fmla="*/ 804696 h 1387843"/>
              <a:gd name="connsiteX7" fmla="*/ 119381 w 1718127"/>
              <a:gd name="connsiteY7" fmla="*/ 810060 h 1387843"/>
              <a:gd name="connsiteX8" fmla="*/ 1111694 w 1718127"/>
              <a:gd name="connsiteY8" fmla="*/ 80008 h 138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8127" h="1387843">
                <a:moveTo>
                  <a:pt x="1132267" y="0"/>
                </a:moveTo>
                <a:lnTo>
                  <a:pt x="1718127" y="0"/>
                </a:lnTo>
                <a:lnTo>
                  <a:pt x="1703342" y="96877"/>
                </a:lnTo>
                <a:cubicBezTo>
                  <a:pt x="1552581" y="833630"/>
                  <a:pt x="900703" y="1387843"/>
                  <a:pt x="119381" y="1387843"/>
                </a:cubicBezTo>
                <a:lnTo>
                  <a:pt x="0" y="1381815"/>
                </a:lnTo>
                <a:lnTo>
                  <a:pt x="0" y="802689"/>
                </a:lnTo>
                <a:lnTo>
                  <a:pt x="13147" y="804696"/>
                </a:lnTo>
                <a:cubicBezTo>
                  <a:pt x="48076" y="808243"/>
                  <a:pt x="83516" y="810060"/>
                  <a:pt x="119381" y="810060"/>
                </a:cubicBezTo>
                <a:cubicBezTo>
                  <a:pt x="585624" y="810060"/>
                  <a:pt x="980142" y="502963"/>
                  <a:pt x="1111694" y="8000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5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6304" r="479"/>
          <a:stretch>
            <a:fillRect/>
          </a:stretch>
        </p:blipFill>
        <p:spPr>
          <a:xfrm>
            <a:off x="0" y="2489768"/>
            <a:ext cx="5194401" cy="4368232"/>
          </a:xfrm>
          <a:custGeom>
            <a:avLst/>
            <a:gdLst>
              <a:gd name="connsiteX0" fmla="*/ 1825779 w 5194672"/>
              <a:gd name="connsiteY0" fmla="*/ 0 h 4368232"/>
              <a:gd name="connsiteX1" fmla="*/ 5194672 w 5194672"/>
              <a:gd name="connsiteY1" fmla="*/ 3368893 h 4368232"/>
              <a:gd name="connsiteX2" fmla="*/ 5126228 w 5194672"/>
              <a:gd name="connsiteY2" fmla="*/ 4047842 h 4368232"/>
              <a:gd name="connsiteX3" fmla="*/ 5043847 w 5194672"/>
              <a:gd name="connsiteY3" fmla="*/ 4368232 h 4368232"/>
              <a:gd name="connsiteX4" fmla="*/ 0 w 5194672"/>
              <a:gd name="connsiteY4" fmla="*/ 4368232 h 4368232"/>
              <a:gd name="connsiteX5" fmla="*/ 0 w 5194672"/>
              <a:gd name="connsiteY5" fmla="*/ 538299 h 4368232"/>
              <a:gd name="connsiteX6" fmla="*/ 78885 w 5194672"/>
              <a:gd name="connsiteY6" fmla="*/ 487726 h 4368232"/>
              <a:gd name="connsiteX7" fmla="*/ 1825779 w 5194672"/>
              <a:gd name="connsiteY7" fmla="*/ 0 h 436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4672" h="4368232">
                <a:moveTo>
                  <a:pt x="1825779" y="0"/>
                </a:moveTo>
                <a:cubicBezTo>
                  <a:pt x="3686367" y="0"/>
                  <a:pt x="5194672" y="1508305"/>
                  <a:pt x="5194672" y="3368893"/>
                </a:cubicBezTo>
                <a:cubicBezTo>
                  <a:pt x="5194672" y="3601466"/>
                  <a:pt x="5171105" y="3828536"/>
                  <a:pt x="5126228" y="4047842"/>
                </a:cubicBezTo>
                <a:lnTo>
                  <a:pt x="5043847" y="4368232"/>
                </a:lnTo>
                <a:lnTo>
                  <a:pt x="0" y="4368232"/>
                </a:lnTo>
                <a:lnTo>
                  <a:pt x="0" y="538299"/>
                </a:lnTo>
                <a:lnTo>
                  <a:pt x="78885" y="487726"/>
                </a:lnTo>
                <a:cubicBezTo>
                  <a:pt x="588252" y="178228"/>
                  <a:pt x="1186202" y="0"/>
                  <a:pt x="1825779" y="0"/>
                </a:cubicBezTo>
                <a:close/>
              </a:path>
            </a:pathLst>
          </a:cu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14"/>
            </p:custDataLst>
          </p:nvPr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55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611" r="25913"/>
          <a:stretch>
            <a:fillRect/>
          </a:stretch>
        </p:blipFill>
        <p:spPr>
          <a:xfrm>
            <a:off x="0" y="933450"/>
            <a:ext cx="3866949" cy="5924550"/>
          </a:xfrm>
          <a:prstGeom prst="rect">
            <a:avLst/>
          </a:prstGeom>
        </p:spPr>
      </p:pic>
      <p:sp>
        <p:nvSpPr>
          <p:cNvPr id="30" name="任意多边形: 形状 29"/>
          <p:cNvSpPr/>
          <p:nvPr>
            <p:custDataLst>
              <p:tags r:id="rId15"/>
            </p:custDataLst>
          </p:nvPr>
        </p:nvSpPr>
        <p:spPr>
          <a:xfrm rot="5400000" flipH="1">
            <a:off x="10656635" y="5323190"/>
            <a:ext cx="1697930" cy="1371600"/>
          </a:xfrm>
          <a:custGeom>
            <a:avLst/>
            <a:gdLst>
              <a:gd name="connsiteX0" fmla="*/ 1132267 w 1718127"/>
              <a:gd name="connsiteY0" fmla="*/ 0 h 1387843"/>
              <a:gd name="connsiteX1" fmla="*/ 1718127 w 1718127"/>
              <a:gd name="connsiteY1" fmla="*/ 0 h 1387843"/>
              <a:gd name="connsiteX2" fmla="*/ 1703342 w 1718127"/>
              <a:gd name="connsiteY2" fmla="*/ 96877 h 1387843"/>
              <a:gd name="connsiteX3" fmla="*/ 119381 w 1718127"/>
              <a:gd name="connsiteY3" fmla="*/ 1387843 h 1387843"/>
              <a:gd name="connsiteX4" fmla="*/ 0 w 1718127"/>
              <a:gd name="connsiteY4" fmla="*/ 1381815 h 1387843"/>
              <a:gd name="connsiteX5" fmla="*/ 0 w 1718127"/>
              <a:gd name="connsiteY5" fmla="*/ 802689 h 1387843"/>
              <a:gd name="connsiteX6" fmla="*/ 13147 w 1718127"/>
              <a:gd name="connsiteY6" fmla="*/ 804696 h 1387843"/>
              <a:gd name="connsiteX7" fmla="*/ 119381 w 1718127"/>
              <a:gd name="connsiteY7" fmla="*/ 810060 h 1387843"/>
              <a:gd name="connsiteX8" fmla="*/ 1111694 w 1718127"/>
              <a:gd name="connsiteY8" fmla="*/ 80008 h 138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8127" h="1387843">
                <a:moveTo>
                  <a:pt x="1132267" y="0"/>
                </a:moveTo>
                <a:lnTo>
                  <a:pt x="1718127" y="0"/>
                </a:lnTo>
                <a:lnTo>
                  <a:pt x="1703342" y="96877"/>
                </a:lnTo>
                <a:cubicBezTo>
                  <a:pt x="1552581" y="833630"/>
                  <a:pt x="900703" y="1387843"/>
                  <a:pt x="119381" y="1387843"/>
                </a:cubicBezTo>
                <a:lnTo>
                  <a:pt x="0" y="1381815"/>
                </a:lnTo>
                <a:lnTo>
                  <a:pt x="0" y="802689"/>
                </a:lnTo>
                <a:lnTo>
                  <a:pt x="13147" y="804696"/>
                </a:lnTo>
                <a:cubicBezTo>
                  <a:pt x="48076" y="808243"/>
                  <a:pt x="83516" y="810060"/>
                  <a:pt x="119381" y="810060"/>
                </a:cubicBezTo>
                <a:cubicBezTo>
                  <a:pt x="585624" y="810060"/>
                  <a:pt x="980142" y="502963"/>
                  <a:pt x="1111694" y="8000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6"/>
            </p:custDataLst>
          </p:nvPr>
        </p:nvSpPr>
        <p:spPr>
          <a:xfrm>
            <a:off x="4350430" y="2662911"/>
            <a:ext cx="7076927" cy="1684098"/>
          </a:xfrm>
        </p:spPr>
        <p:txBody>
          <a:bodyPr anchor="t" anchorCtr="0">
            <a:normAutofit/>
          </a:bodyPr>
          <a:lstStyle>
            <a:lvl1pPr algn="r">
              <a:defRPr lang="en-US" sz="5400" dirty="0">
                <a:gradFill>
                  <a:gsLst>
                    <a:gs pos="0">
                      <a:schemeClr val="accent1"/>
                    </a:gs>
                    <a:gs pos="70000">
                      <a:schemeClr val="accent2"/>
                    </a:gs>
                  </a:gsLst>
                  <a:lin ang="54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pPr marL="0"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7"/>
            </p:custDataLst>
          </p:nvPr>
        </p:nvSpPr>
        <p:spPr>
          <a:xfrm>
            <a:off x="6400467" y="4526341"/>
            <a:ext cx="5026891" cy="633639"/>
          </a:xfrm>
        </p:spPr>
        <p:txBody>
          <a:bodyPr wrap="square">
            <a:normAutofit/>
          </a:bodyPr>
          <a:lstStyle>
            <a:lvl1pPr marL="0" indent="0" algn="r">
              <a:buNone/>
              <a:defRPr sz="1600" baseline="0">
                <a:solidFill>
                  <a:schemeClr val="tx1"/>
                </a:solidFill>
                <a:latin typeface="+mn-lt"/>
                <a:sym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</a:defRPr>
            </a:lvl9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4783440" y="1483933"/>
            <a:ext cx="6643918" cy="986972"/>
          </a:xfrm>
        </p:spPr>
        <p:txBody>
          <a:bodyPr wrap="none" anchor="b" anchorCtr="0">
            <a:normAutofit/>
          </a:bodyPr>
          <a:lstStyle>
            <a:lvl1pPr marL="0" indent="0" algn="r">
              <a:buNone/>
              <a:defRPr sz="6000" b="1">
                <a:ln w="12700">
                  <a:solidFill>
                    <a:schemeClr val="accent1"/>
                  </a:solidFill>
                </a:ln>
                <a:solidFill>
                  <a:schemeClr val="bg2">
                    <a:lumMod val="90000"/>
                    <a:alpha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1879" y="1301750"/>
            <a:ext cx="5323563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800152" cy="8642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24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1879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1879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24" y="360045"/>
            <a:ext cx="10801422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798883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1079852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0"/>
            <a:ext cx="12191364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6000">
                <a:schemeClr val="bg2">
                  <a:lumMod val="90000"/>
                </a:schemeClr>
              </a:gs>
              <a:gs pos="45000">
                <a:schemeClr val="bg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任意多边形: 形状 65"/>
          <p:cNvSpPr/>
          <p:nvPr>
            <p:custDataLst>
              <p:tags r:id="rId3"/>
            </p:custDataLst>
          </p:nvPr>
        </p:nvSpPr>
        <p:spPr>
          <a:xfrm>
            <a:off x="5938997" y="1494972"/>
            <a:ext cx="6252369" cy="5363028"/>
          </a:xfrm>
          <a:custGeom>
            <a:avLst/>
            <a:gdLst>
              <a:gd name="connsiteX0" fmla="*/ 4187372 w 6252695"/>
              <a:gd name="connsiteY0" fmla="*/ 0 h 5363028"/>
              <a:gd name="connsiteX1" fmla="*/ 6183322 w 6252695"/>
              <a:gd name="connsiteY1" fmla="*/ 505393 h 5363028"/>
              <a:gd name="connsiteX2" fmla="*/ 6252695 w 6252695"/>
              <a:gd name="connsiteY2" fmla="*/ 545282 h 5363028"/>
              <a:gd name="connsiteX3" fmla="*/ 6252695 w 6252695"/>
              <a:gd name="connsiteY3" fmla="*/ 5363028 h 5363028"/>
              <a:gd name="connsiteX4" fmla="*/ 170376 w 6252695"/>
              <a:gd name="connsiteY4" fmla="*/ 5363028 h 5363028"/>
              <a:gd name="connsiteX5" fmla="*/ 85073 w 6252695"/>
              <a:gd name="connsiteY5" fmla="*/ 5031273 h 5363028"/>
              <a:gd name="connsiteX6" fmla="*/ 0 w 6252695"/>
              <a:gd name="connsiteY6" fmla="*/ 4187371 h 5363028"/>
              <a:gd name="connsiteX7" fmla="*/ 4187372 w 6252695"/>
              <a:gd name="connsiteY7" fmla="*/ 0 h 5363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2695" h="5363028">
                <a:moveTo>
                  <a:pt x="4187372" y="0"/>
                </a:moveTo>
                <a:cubicBezTo>
                  <a:pt x="4910066" y="0"/>
                  <a:pt x="5590000" y="183081"/>
                  <a:pt x="6183322" y="505393"/>
                </a:cubicBezTo>
                <a:lnTo>
                  <a:pt x="6252695" y="545282"/>
                </a:lnTo>
                <a:lnTo>
                  <a:pt x="6252695" y="5363028"/>
                </a:lnTo>
                <a:lnTo>
                  <a:pt x="170376" y="5363028"/>
                </a:lnTo>
                <a:lnTo>
                  <a:pt x="85073" y="5031273"/>
                </a:lnTo>
                <a:cubicBezTo>
                  <a:pt x="29293" y="4758685"/>
                  <a:pt x="0" y="4476449"/>
                  <a:pt x="0" y="4187371"/>
                </a:cubicBezTo>
                <a:cubicBezTo>
                  <a:pt x="0" y="1874750"/>
                  <a:pt x="1874750" y="0"/>
                  <a:pt x="418737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9050">
            <a:noFill/>
          </a:ln>
          <a:effectLst>
            <a:outerShdw blurRad="177800" dir="8100000" algn="tr" rotWithShape="0">
              <a:schemeClr val="accent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7" name="任意多边形: 形状 65"/>
          <p:cNvSpPr/>
          <p:nvPr>
            <p:custDataLst>
              <p:tags r:id="rId4"/>
            </p:custDataLst>
          </p:nvPr>
        </p:nvSpPr>
        <p:spPr>
          <a:xfrm>
            <a:off x="5938997" y="1494972"/>
            <a:ext cx="6252519" cy="5363210"/>
          </a:xfrm>
          <a:custGeom>
            <a:avLst/>
            <a:gdLst>
              <a:gd name="connsiteX0" fmla="*/ 268 w 9847"/>
              <a:gd name="connsiteY0" fmla="*/ 8446 h 8446"/>
              <a:gd name="connsiteX1" fmla="*/ 134 w 9847"/>
              <a:gd name="connsiteY1" fmla="*/ 7923 h 8446"/>
              <a:gd name="connsiteX2" fmla="*/ 0 w 9847"/>
              <a:gd name="connsiteY2" fmla="*/ 6594 h 8446"/>
              <a:gd name="connsiteX3" fmla="*/ 6594 w 9847"/>
              <a:gd name="connsiteY3" fmla="*/ 0 h 8446"/>
              <a:gd name="connsiteX4" fmla="*/ 9738 w 9847"/>
              <a:gd name="connsiteY4" fmla="*/ 796 h 8446"/>
              <a:gd name="connsiteX5" fmla="*/ 9847 w 9847"/>
              <a:gd name="connsiteY5" fmla="*/ 859 h 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7" h="8446">
                <a:moveTo>
                  <a:pt x="268" y="8446"/>
                </a:moveTo>
                <a:lnTo>
                  <a:pt x="134" y="7923"/>
                </a:lnTo>
                <a:cubicBezTo>
                  <a:pt x="46" y="7494"/>
                  <a:pt x="0" y="7050"/>
                  <a:pt x="0" y="6594"/>
                </a:cubicBezTo>
                <a:cubicBezTo>
                  <a:pt x="0" y="2952"/>
                  <a:pt x="2952" y="0"/>
                  <a:pt x="6594" y="0"/>
                </a:cubicBezTo>
                <a:cubicBezTo>
                  <a:pt x="7732" y="0"/>
                  <a:pt x="8803" y="288"/>
                  <a:pt x="9738" y="796"/>
                </a:cubicBezTo>
                <a:lnTo>
                  <a:pt x="9847" y="859"/>
                </a:lnTo>
              </a:path>
            </a:pathLst>
          </a:custGeom>
          <a:noFill/>
          <a:ln w="19050">
            <a:solidFill>
              <a:srgbClr val="FFFFFF"/>
            </a:solidFill>
          </a:ln>
          <a:effectLst>
            <a:outerShdw blurRad="177800" dir="8100000" algn="tr" rotWithShape="0">
              <a:schemeClr val="accent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sp>
        <p:nvSpPr>
          <p:cNvPr id="43" name="任意多边形: 形状 42"/>
          <p:cNvSpPr/>
          <p:nvPr>
            <p:custDataLst>
              <p:tags r:id="rId5"/>
            </p:custDataLst>
          </p:nvPr>
        </p:nvSpPr>
        <p:spPr>
          <a:xfrm>
            <a:off x="6294803" y="1899285"/>
            <a:ext cx="5896562" cy="4958715"/>
          </a:xfrm>
          <a:custGeom>
            <a:avLst/>
            <a:gdLst>
              <a:gd name="connsiteX0" fmla="*/ 3824288 w 5896869"/>
              <a:gd name="connsiteY0" fmla="*/ 0 h 4958715"/>
              <a:gd name="connsiteX1" fmla="*/ 5807321 w 5896869"/>
              <a:gd name="connsiteY1" fmla="*/ 553655 h 4958715"/>
              <a:gd name="connsiteX2" fmla="*/ 5896869 w 5896869"/>
              <a:gd name="connsiteY2" fmla="*/ 611064 h 4958715"/>
              <a:gd name="connsiteX3" fmla="*/ 5896869 w 5896869"/>
              <a:gd name="connsiteY3" fmla="*/ 4958715 h 4958715"/>
              <a:gd name="connsiteX4" fmla="*/ 171213 w 5896869"/>
              <a:gd name="connsiteY4" fmla="*/ 4958715 h 4958715"/>
              <a:gd name="connsiteX5" fmla="*/ 77696 w 5896869"/>
              <a:gd name="connsiteY5" fmla="*/ 4595016 h 4958715"/>
              <a:gd name="connsiteX6" fmla="*/ 0 w 5896869"/>
              <a:gd name="connsiteY6" fmla="*/ 3824288 h 4958715"/>
              <a:gd name="connsiteX7" fmla="*/ 3824288 w 5896869"/>
              <a:gd name="connsiteY7" fmla="*/ 0 h 4958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869" h="4958715">
                <a:moveTo>
                  <a:pt x="3824288" y="0"/>
                </a:moveTo>
                <a:cubicBezTo>
                  <a:pt x="4550321" y="0"/>
                  <a:pt x="5229100" y="202320"/>
                  <a:pt x="5807321" y="553655"/>
                </a:cubicBezTo>
                <a:lnTo>
                  <a:pt x="5896869" y="611064"/>
                </a:lnTo>
                <a:lnTo>
                  <a:pt x="5896869" y="4958715"/>
                </a:lnTo>
                <a:lnTo>
                  <a:pt x="171213" y="4958715"/>
                </a:lnTo>
                <a:lnTo>
                  <a:pt x="77696" y="4595016"/>
                </a:lnTo>
                <a:cubicBezTo>
                  <a:pt x="26753" y="4346064"/>
                  <a:pt x="0" y="4088300"/>
                  <a:pt x="0" y="3824288"/>
                </a:cubicBezTo>
                <a:cubicBezTo>
                  <a:pt x="0" y="1712192"/>
                  <a:pt x="1712192" y="0"/>
                  <a:pt x="3824288" y="0"/>
                </a:cubicBezTo>
                <a:close/>
              </a:path>
            </a:pathLst>
          </a:custGeom>
          <a:gradFill>
            <a:gsLst>
              <a:gs pos="30000">
                <a:schemeClr val="accent1"/>
              </a:gs>
              <a:gs pos="79000">
                <a:schemeClr val="accent2">
                  <a:lumMod val="75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6294804" y="1899286"/>
            <a:ext cx="5896562" cy="4958715"/>
          </a:xfrm>
          <a:custGeom>
            <a:avLst/>
            <a:gdLst>
              <a:gd name="connsiteX0" fmla="*/ 3824288 w 5896869"/>
              <a:gd name="connsiteY0" fmla="*/ 0 h 4958715"/>
              <a:gd name="connsiteX1" fmla="*/ 5647171 w 5896869"/>
              <a:gd name="connsiteY1" fmla="*/ 461571 h 4958715"/>
              <a:gd name="connsiteX2" fmla="*/ 5896869 w 5896869"/>
              <a:gd name="connsiteY2" fmla="*/ 613267 h 4958715"/>
              <a:gd name="connsiteX3" fmla="*/ 5896869 w 5896869"/>
              <a:gd name="connsiteY3" fmla="*/ 4958715 h 4958715"/>
              <a:gd name="connsiteX4" fmla="*/ 171138 w 5896869"/>
              <a:gd name="connsiteY4" fmla="*/ 4958715 h 4958715"/>
              <a:gd name="connsiteX5" fmla="*/ 120399 w 5896869"/>
              <a:gd name="connsiteY5" fmla="*/ 4780037 h 4958715"/>
              <a:gd name="connsiteX6" fmla="*/ 0 w 5896869"/>
              <a:gd name="connsiteY6" fmla="*/ 3824288 h 4958715"/>
              <a:gd name="connsiteX7" fmla="*/ 3824288 w 5896869"/>
              <a:gd name="connsiteY7" fmla="*/ 0 h 4958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869" h="4958715">
                <a:moveTo>
                  <a:pt x="3824288" y="0"/>
                </a:moveTo>
                <a:cubicBezTo>
                  <a:pt x="4484318" y="0"/>
                  <a:pt x="5105295" y="167206"/>
                  <a:pt x="5647171" y="461571"/>
                </a:cubicBezTo>
                <a:lnTo>
                  <a:pt x="5896869" y="613267"/>
                </a:lnTo>
                <a:lnTo>
                  <a:pt x="5896869" y="4958715"/>
                </a:lnTo>
                <a:lnTo>
                  <a:pt x="171138" y="4958715"/>
                </a:lnTo>
                <a:lnTo>
                  <a:pt x="120399" y="4780037"/>
                </a:lnTo>
                <a:cubicBezTo>
                  <a:pt x="41802" y="4474555"/>
                  <a:pt x="0" y="4154303"/>
                  <a:pt x="0" y="3824288"/>
                </a:cubicBezTo>
                <a:cubicBezTo>
                  <a:pt x="0" y="1712192"/>
                  <a:pt x="1712192" y="0"/>
                  <a:pt x="3824288" y="0"/>
                </a:cubicBezTo>
                <a:close/>
              </a:path>
            </a:pathLst>
          </a:cu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10934131" y="3028950"/>
            <a:ext cx="1257234" cy="3829050"/>
          </a:xfrm>
          <a:custGeom>
            <a:avLst/>
            <a:gdLst>
              <a:gd name="connsiteX0" fmla="*/ 0 w 1257299"/>
              <a:gd name="connsiteY0" fmla="*/ 0 h 3829050"/>
              <a:gd name="connsiteX1" fmla="*/ 1257299 w 1257299"/>
              <a:gd name="connsiteY1" fmla="*/ 0 h 3829050"/>
              <a:gd name="connsiteX2" fmla="*/ 1257299 w 1257299"/>
              <a:gd name="connsiteY2" fmla="*/ 3829050 h 3829050"/>
              <a:gd name="connsiteX3" fmla="*/ 0 w 1257299"/>
              <a:gd name="connsiteY3" fmla="*/ 3829050 h 382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7299" h="3829050">
                <a:moveTo>
                  <a:pt x="0" y="0"/>
                </a:moveTo>
                <a:lnTo>
                  <a:pt x="1257299" y="0"/>
                </a:lnTo>
                <a:lnTo>
                  <a:pt x="1257299" y="3829050"/>
                </a:lnTo>
                <a:lnTo>
                  <a:pt x="0" y="3829050"/>
                </a:lnTo>
                <a:close/>
              </a:path>
            </a:pathLst>
          </a:cu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9172552" y="571501"/>
            <a:ext cx="1930299" cy="4668157"/>
          </a:xfrm>
          <a:custGeom>
            <a:avLst/>
            <a:gdLst>
              <a:gd name="connsiteX0" fmla="*/ 0 w 1930400"/>
              <a:gd name="connsiteY0" fmla="*/ 0 h 4668157"/>
              <a:gd name="connsiteX1" fmla="*/ 1930400 w 1930400"/>
              <a:gd name="connsiteY1" fmla="*/ 0 h 4668157"/>
              <a:gd name="connsiteX2" fmla="*/ 1930400 w 1930400"/>
              <a:gd name="connsiteY2" fmla="*/ 4668157 h 4668157"/>
              <a:gd name="connsiteX3" fmla="*/ 0 w 1930400"/>
              <a:gd name="connsiteY3" fmla="*/ 4668157 h 4668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400" h="4668157">
                <a:moveTo>
                  <a:pt x="0" y="0"/>
                </a:moveTo>
                <a:lnTo>
                  <a:pt x="1930400" y="0"/>
                </a:lnTo>
                <a:lnTo>
                  <a:pt x="1930400" y="4668157"/>
                </a:lnTo>
                <a:lnTo>
                  <a:pt x="0" y="4668157"/>
                </a:lnTo>
                <a:close/>
              </a:path>
            </a:pathLst>
          </a:custGeom>
        </p:spPr>
      </p:pic>
      <p:cxnSp>
        <p:nvCxnSpPr>
          <p:cNvPr id="21" name="直接连接符 20"/>
          <p:cNvCxnSpPr/>
          <p:nvPr>
            <p:custDataLst>
              <p:tags r:id="rId12"/>
            </p:custDataLst>
          </p:nvPr>
        </p:nvCxnSpPr>
        <p:spPr>
          <a:xfrm>
            <a:off x="1049290" y="756100"/>
            <a:ext cx="237312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13"/>
            </p:custDataLst>
          </p:nvPr>
        </p:nvCxnSpPr>
        <p:spPr>
          <a:xfrm>
            <a:off x="1049290" y="821637"/>
            <a:ext cx="237312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14"/>
            </p:custDataLst>
          </p:nvPr>
        </p:nvCxnSpPr>
        <p:spPr>
          <a:xfrm>
            <a:off x="1049290" y="887173"/>
            <a:ext cx="237312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>
            <p:custDataLst>
              <p:tags r:id="rId15"/>
            </p:custDataLst>
          </p:nvPr>
        </p:nvSpPr>
        <p:spPr>
          <a:xfrm>
            <a:off x="10585983" y="732719"/>
            <a:ext cx="127363" cy="12737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椭圆 26"/>
          <p:cNvSpPr/>
          <p:nvPr>
            <p:custDataLst>
              <p:tags r:id="rId16"/>
            </p:custDataLst>
          </p:nvPr>
        </p:nvSpPr>
        <p:spPr>
          <a:xfrm>
            <a:off x="10824152" y="732719"/>
            <a:ext cx="127363" cy="12737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椭圆 27"/>
          <p:cNvSpPr/>
          <p:nvPr>
            <p:custDataLst>
              <p:tags r:id="rId17"/>
            </p:custDataLst>
          </p:nvPr>
        </p:nvSpPr>
        <p:spPr>
          <a:xfrm>
            <a:off x="11063595" y="732719"/>
            <a:ext cx="127363" cy="127370"/>
          </a:xfrm>
          <a:prstGeom prst="ellipse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椭圆 28"/>
          <p:cNvSpPr/>
          <p:nvPr>
            <p:custDataLst>
              <p:tags r:id="rId18"/>
            </p:custDataLst>
          </p:nvPr>
        </p:nvSpPr>
        <p:spPr>
          <a:xfrm>
            <a:off x="11301764" y="732719"/>
            <a:ext cx="127363" cy="12737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rgbClr val="8DA5B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任意多边形: 形状 29"/>
          <p:cNvSpPr/>
          <p:nvPr>
            <p:custDataLst>
              <p:tags r:id="rId19"/>
            </p:custDataLst>
          </p:nvPr>
        </p:nvSpPr>
        <p:spPr>
          <a:xfrm>
            <a:off x="1" y="2"/>
            <a:ext cx="1739808" cy="1405430"/>
          </a:xfrm>
          <a:custGeom>
            <a:avLst/>
            <a:gdLst>
              <a:gd name="connsiteX0" fmla="*/ 1132267 w 1718127"/>
              <a:gd name="connsiteY0" fmla="*/ 0 h 1387843"/>
              <a:gd name="connsiteX1" fmla="*/ 1718127 w 1718127"/>
              <a:gd name="connsiteY1" fmla="*/ 0 h 1387843"/>
              <a:gd name="connsiteX2" fmla="*/ 1703342 w 1718127"/>
              <a:gd name="connsiteY2" fmla="*/ 96877 h 1387843"/>
              <a:gd name="connsiteX3" fmla="*/ 119381 w 1718127"/>
              <a:gd name="connsiteY3" fmla="*/ 1387843 h 1387843"/>
              <a:gd name="connsiteX4" fmla="*/ 0 w 1718127"/>
              <a:gd name="connsiteY4" fmla="*/ 1381815 h 1387843"/>
              <a:gd name="connsiteX5" fmla="*/ 0 w 1718127"/>
              <a:gd name="connsiteY5" fmla="*/ 802689 h 1387843"/>
              <a:gd name="connsiteX6" fmla="*/ 13147 w 1718127"/>
              <a:gd name="connsiteY6" fmla="*/ 804696 h 1387843"/>
              <a:gd name="connsiteX7" fmla="*/ 119381 w 1718127"/>
              <a:gd name="connsiteY7" fmla="*/ 810060 h 1387843"/>
              <a:gd name="connsiteX8" fmla="*/ 1111694 w 1718127"/>
              <a:gd name="connsiteY8" fmla="*/ 80008 h 138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8127" h="1387843">
                <a:moveTo>
                  <a:pt x="1132267" y="0"/>
                </a:moveTo>
                <a:lnTo>
                  <a:pt x="1718127" y="0"/>
                </a:lnTo>
                <a:lnTo>
                  <a:pt x="1703342" y="96877"/>
                </a:lnTo>
                <a:cubicBezTo>
                  <a:pt x="1552581" y="833630"/>
                  <a:pt x="900703" y="1387843"/>
                  <a:pt x="119381" y="1387843"/>
                </a:cubicBezTo>
                <a:lnTo>
                  <a:pt x="0" y="1381815"/>
                </a:lnTo>
                <a:lnTo>
                  <a:pt x="0" y="802689"/>
                </a:lnTo>
                <a:lnTo>
                  <a:pt x="13147" y="804696"/>
                </a:lnTo>
                <a:cubicBezTo>
                  <a:pt x="48076" y="808243"/>
                  <a:pt x="83516" y="810060"/>
                  <a:pt x="119381" y="810060"/>
                </a:cubicBezTo>
                <a:cubicBezTo>
                  <a:pt x="585624" y="810060"/>
                  <a:pt x="980142" y="502963"/>
                  <a:pt x="1111694" y="80008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>
            <p:custDataLst>
              <p:tags r:id="rId20"/>
            </p:custDataLst>
          </p:nvPr>
        </p:nvSpPr>
        <p:spPr>
          <a:xfrm>
            <a:off x="0" y="5358016"/>
            <a:ext cx="12105645" cy="86069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55000">
                <a:schemeClr val="bg1">
                  <a:alpha val="3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等腰三角形 31"/>
          <p:cNvSpPr/>
          <p:nvPr>
            <p:custDataLst>
              <p:tags r:id="rId21"/>
            </p:custDataLst>
          </p:nvPr>
        </p:nvSpPr>
        <p:spPr>
          <a:xfrm rot="5400000">
            <a:off x="11222156" y="5724939"/>
            <a:ext cx="159370" cy="13752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等腰三角形 32"/>
          <p:cNvSpPr/>
          <p:nvPr>
            <p:custDataLst>
              <p:tags r:id="rId22"/>
            </p:custDataLst>
          </p:nvPr>
        </p:nvSpPr>
        <p:spPr>
          <a:xfrm rot="5400000" flipV="1">
            <a:off x="10980871" y="5724937"/>
            <a:ext cx="159369" cy="137527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23"/>
            </p:custDataLst>
          </p:nvPr>
        </p:nvCxnSpPr>
        <p:spPr>
          <a:xfrm>
            <a:off x="3839759" y="5788365"/>
            <a:ext cx="659575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4"/>
            </p:custDataLst>
          </p:nvPr>
        </p:nvSpPr>
        <p:spPr>
          <a:xfrm>
            <a:off x="838154" y="1918804"/>
            <a:ext cx="6102939" cy="12319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6000" baseline="0" dirty="0">
                <a:gradFill>
                  <a:gsLst>
                    <a:gs pos="0">
                      <a:schemeClr val="accent1"/>
                    </a:gs>
                    <a:gs pos="70000">
                      <a:schemeClr val="accent2"/>
                    </a:gs>
                  </a:gsLst>
                  <a:lin ang="54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pPr marL="0"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6"/>
            </p:custDataLst>
          </p:nvPr>
        </p:nvSpPr>
        <p:spPr/>
        <p:txBody>
          <a:bodyPr/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7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39" name="文本占位符 23"/>
          <p:cNvSpPr>
            <a:spLocks noGrp="1"/>
          </p:cNvSpPr>
          <p:nvPr>
            <p:ph type="body" sz="quarter" idx="18" hasCustomPrompt="1"/>
            <p:custDataLst>
              <p:tags r:id="rId28"/>
            </p:custDataLst>
          </p:nvPr>
        </p:nvSpPr>
        <p:spPr>
          <a:xfrm>
            <a:off x="838154" y="3533137"/>
            <a:ext cx="2066817" cy="496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74000">
                <a:schemeClr val="accent2"/>
              </a:gs>
            </a:gsLst>
            <a:lin ang="5400000" scaled="0"/>
          </a:gra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aseline="0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5" name="公司名占位符 6"/>
          <p:cNvSpPr>
            <a:spLocks noGrp="1"/>
          </p:cNvSpPr>
          <p:nvPr>
            <p:ph type="body" sz="quarter" idx="13" hasCustomPrompt="1"/>
            <p:custDataLst>
              <p:tags r:id="rId29"/>
            </p:custDataLst>
          </p:nvPr>
        </p:nvSpPr>
        <p:spPr>
          <a:xfrm>
            <a:off x="838154" y="55459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>
                <a:solidFill>
                  <a:schemeClr val="accent1">
                    <a:lumMod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6719704" y="3429000"/>
            <a:ext cx="3068516" cy="306867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4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1" name="矩形: 圆角 10"/>
          <p:cNvSpPr/>
          <p:nvPr>
            <p:custDataLst>
              <p:tags r:id="rId5"/>
            </p:custDataLst>
          </p:nvPr>
        </p:nvSpPr>
        <p:spPr>
          <a:xfrm>
            <a:off x="8277634" y="1016000"/>
            <a:ext cx="2933543" cy="50419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10436134" y="5241025"/>
            <a:ext cx="1149504" cy="1149564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254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矩形: 圆角 12"/>
          <p:cNvSpPr/>
          <p:nvPr>
            <p:custDataLst>
              <p:tags r:id="rId7"/>
            </p:custDataLst>
          </p:nvPr>
        </p:nvSpPr>
        <p:spPr>
          <a:xfrm>
            <a:off x="7760444" y="1016000"/>
            <a:ext cx="2933543" cy="5041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弧形 14"/>
          <p:cNvSpPr/>
          <p:nvPr>
            <p:custDataLst>
              <p:tags r:id="rId8"/>
            </p:custDataLst>
          </p:nvPr>
        </p:nvSpPr>
        <p:spPr>
          <a:xfrm rot="3870695">
            <a:off x="8401018" y="972063"/>
            <a:ext cx="1676786" cy="5677950"/>
          </a:xfrm>
          <a:prstGeom prst="arc">
            <a:avLst>
              <a:gd name="adj1" fmla="val 3401350"/>
              <a:gd name="adj2" fmla="val 6993367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弧形 15"/>
          <p:cNvSpPr/>
          <p:nvPr>
            <p:custDataLst>
              <p:tags r:id="rId9"/>
            </p:custDataLst>
          </p:nvPr>
        </p:nvSpPr>
        <p:spPr>
          <a:xfrm rot="3870695">
            <a:off x="8401018" y="972063"/>
            <a:ext cx="1676786" cy="5677950"/>
          </a:xfrm>
          <a:prstGeom prst="arc">
            <a:avLst>
              <a:gd name="adj1" fmla="val 15447740"/>
              <a:gd name="adj2" fmla="val 19307839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图形 9"/>
          <p:cNvSpPr/>
          <p:nvPr>
            <p:custDataLst>
              <p:tags r:id="rId10"/>
            </p:custDataLst>
          </p:nvPr>
        </p:nvSpPr>
        <p:spPr>
          <a:xfrm>
            <a:off x="7183173" y="1646415"/>
            <a:ext cx="372174" cy="372193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21" name="图形 11"/>
          <p:cNvPicPr>
            <a:picLocks noChangeAspect="1"/>
          </p:cNvPicPr>
          <p:nvPr>
            <p:custDataLst>
              <p:tags r:id="rId11"/>
            </p:custDataLst>
          </p:nvPr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15734"/>
          <a:stretch>
            <a:fillRect/>
          </a:stretch>
        </p:blipFill>
        <p:spPr>
          <a:xfrm>
            <a:off x="7914835" y="1806269"/>
            <a:ext cx="3203332" cy="4219741"/>
          </a:xfrm>
          <a:custGeom>
            <a:avLst/>
            <a:gdLst>
              <a:gd name="connsiteX0" fmla="*/ 0 w 2802798"/>
              <a:gd name="connsiteY0" fmla="*/ 0 h 3992193"/>
              <a:gd name="connsiteX1" fmla="*/ 2769449 w 2802798"/>
              <a:gd name="connsiteY1" fmla="*/ 0 h 3992193"/>
              <a:gd name="connsiteX2" fmla="*/ 2772997 w 2802798"/>
              <a:gd name="connsiteY2" fmla="*/ 13799 h 3992193"/>
              <a:gd name="connsiteX3" fmla="*/ 2802798 w 2802798"/>
              <a:gd name="connsiteY3" fmla="*/ 309420 h 3992193"/>
              <a:gd name="connsiteX4" fmla="*/ 2802798 w 2802798"/>
              <a:gd name="connsiteY4" fmla="*/ 2525345 h 3992193"/>
              <a:gd name="connsiteX5" fmla="*/ 1335950 w 2802798"/>
              <a:gd name="connsiteY5" fmla="*/ 3992193 h 3992193"/>
              <a:gd name="connsiteX6" fmla="*/ 46143 w 2802798"/>
              <a:gd name="connsiteY6" fmla="*/ 3224532 h 3992193"/>
              <a:gd name="connsiteX7" fmla="*/ 0 w 2802798"/>
              <a:gd name="connsiteY7" fmla="*/ 3128746 h 3992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2798" h="3992193">
                <a:moveTo>
                  <a:pt x="0" y="0"/>
                </a:moveTo>
                <a:lnTo>
                  <a:pt x="2769449" y="0"/>
                </a:lnTo>
                <a:lnTo>
                  <a:pt x="2772997" y="13799"/>
                </a:lnTo>
                <a:cubicBezTo>
                  <a:pt x="2792537" y="109287"/>
                  <a:pt x="2802798" y="208155"/>
                  <a:pt x="2802798" y="309420"/>
                </a:cubicBezTo>
                <a:lnTo>
                  <a:pt x="2802798" y="2525345"/>
                </a:lnTo>
                <a:cubicBezTo>
                  <a:pt x="2802798" y="3335463"/>
                  <a:pt x="2146068" y="3992193"/>
                  <a:pt x="1335950" y="3992193"/>
                </a:cubicBezTo>
                <a:cubicBezTo>
                  <a:pt x="778994" y="3992193"/>
                  <a:pt x="294538" y="3681786"/>
                  <a:pt x="46143" y="3224532"/>
                </a:cubicBezTo>
                <a:lnTo>
                  <a:pt x="0" y="3128746"/>
                </a:lnTo>
                <a:close/>
              </a:path>
            </a:pathLst>
          </a:custGeom>
        </p:spPr>
      </p:pic>
      <p:cxnSp>
        <p:nvCxnSpPr>
          <p:cNvPr id="25" name="直接连接符 24"/>
          <p:cNvCxnSpPr/>
          <p:nvPr>
            <p:custDataLst>
              <p:tags r:id="rId14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5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6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任意多边形: 形状 27"/>
          <p:cNvSpPr/>
          <p:nvPr>
            <p:custDataLst>
              <p:tags r:id="rId17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图形 9"/>
          <p:cNvSpPr/>
          <p:nvPr>
            <p:custDataLst>
              <p:tags r:id="rId18"/>
            </p:custDataLst>
          </p:nvPr>
        </p:nvSpPr>
        <p:spPr>
          <a:xfrm>
            <a:off x="9859557" y="4209212"/>
            <a:ext cx="368557" cy="36857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9" name="图形 9"/>
          <p:cNvSpPr/>
          <p:nvPr>
            <p:custDataLst>
              <p:tags r:id="rId19"/>
            </p:custDataLst>
          </p:nvPr>
        </p:nvSpPr>
        <p:spPr>
          <a:xfrm>
            <a:off x="7432419" y="1962602"/>
            <a:ext cx="651468" cy="651502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0"/>
            </p:custDataLst>
          </p:nvPr>
        </p:nvSpPr>
        <p:spPr>
          <a:xfrm>
            <a:off x="838156" y="1121410"/>
            <a:ext cx="6345225" cy="276352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1"/>
            </p:custDataLst>
          </p:nvPr>
        </p:nvSpPr>
        <p:spPr>
          <a:xfrm>
            <a:off x="838155" y="4009006"/>
            <a:ext cx="5934790" cy="862543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5"/>
            </p:custDataLst>
          </p:nvPr>
        </p:nvSpPr>
        <p:spPr>
          <a:xfrm>
            <a:off x="838154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26"/>
            </p:custDataLst>
          </p:nvPr>
        </p:nvSpPr>
        <p:spPr>
          <a:xfrm>
            <a:off x="839807" y="5116537"/>
            <a:ext cx="2879850" cy="576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55000">
                <a:schemeClr val="accent1"/>
              </a:gs>
            </a:gsLst>
            <a:lin ang="2700000" scaled="1"/>
            <a:tileRect/>
          </a:gradFill>
          <a:effectLst>
            <a:outerShdw blurRad="101600" dist="101600" dir="2700000" algn="tl" rotWithShape="0">
              <a:schemeClr val="accent1">
                <a:alpha val="20000"/>
              </a:schemeClr>
            </a:outerShdw>
          </a:effectLst>
        </p:spPr>
        <p:txBody>
          <a:bodyPr wrap="square" lIns="0" tIns="0" rIns="0" bIns="0" anchor="ctr" anchorCtr="1">
            <a:normAutofit/>
          </a:bodyPr>
          <a:lstStyle>
            <a:lvl1pPr marL="0" indent="0" eaLnBrk="1" fontAlgn="auto" latinLnBrk="0" hangingPunct="1">
              <a:lnSpc>
                <a:spcPct val="90000"/>
              </a:lnSpc>
              <a:spcAft>
                <a:spcPts val="0"/>
              </a:spcAft>
              <a:buNone/>
              <a:defRPr lang="en-US" sz="1600" b="1" u="none" strike="noStrike" kern="1200" cap="none" spc="0" normalizeH="0" baseline="0" dirty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marL="22860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cs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7988"/>
          </a:xfrm>
          <a:prstGeom prst="rect">
            <a:avLst/>
          </a:prstGeom>
          <a:gradFill flip="none" rotWithShape="1">
            <a:gsLst>
              <a:gs pos="6422">
                <a:schemeClr val="accent1">
                  <a:alpha val="25000"/>
                </a:schemeClr>
              </a:gs>
              <a:gs pos="53000">
                <a:schemeClr val="accent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矩形: 单圆角 21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3327226" cy="6857993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图形 6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4038603"/>
            <a:ext cx="1180296" cy="2819401"/>
          </a:xfrm>
          <a:prstGeom prst="rect">
            <a:avLst/>
          </a:prstGeom>
        </p:spPr>
      </p:pic>
      <p:sp>
        <p:nvSpPr>
          <p:cNvPr id="25" name="矩形: 圆角 24"/>
          <p:cNvSpPr/>
          <p:nvPr>
            <p:custDataLst>
              <p:tags r:id="rId7"/>
            </p:custDataLst>
          </p:nvPr>
        </p:nvSpPr>
        <p:spPr>
          <a:xfrm>
            <a:off x="838157" y="1860552"/>
            <a:ext cx="10515052" cy="4356100"/>
          </a:xfrm>
          <a:prstGeom prst="roundRect">
            <a:avLst>
              <a:gd name="adj" fmla="val 3256"/>
            </a:avLst>
          </a:prstGeom>
          <a:solidFill>
            <a:schemeClr val="lt1"/>
          </a:solidFill>
          <a:ln w="127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101600" dist="101600" dir="2700000" algn="tl" rotWithShape="0">
              <a:schemeClr val="accent1">
                <a:alpha val="1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37" name="直接连接符 36"/>
          <p:cNvCxnSpPr/>
          <p:nvPr>
            <p:custDataLst>
              <p:tags r:id="rId8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>
            <p:custDataLst>
              <p:tags r:id="rId9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10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29533" y="565150"/>
            <a:ext cx="3198328" cy="1081405"/>
          </a:xfrm>
        </p:spPr>
        <p:txBody>
          <a:bodyPr wrap="square" anchor="b">
            <a:normAutofit/>
          </a:bodyPr>
          <a:lstStyle>
            <a:lvl1pPr>
              <a:defRPr sz="4800">
                <a:solidFill>
                  <a:schemeClr val="lt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22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椭圆 10"/>
          <p:cNvSpPr/>
          <p:nvPr>
            <p:custDataLst>
              <p:tags r:id="rId5"/>
            </p:custDataLst>
          </p:nvPr>
        </p:nvSpPr>
        <p:spPr>
          <a:xfrm>
            <a:off x="533249" y="3925701"/>
            <a:ext cx="1827904" cy="1827999"/>
          </a:xfrm>
          <a:prstGeom prst="ellipse">
            <a:avLst/>
          </a:prstGeom>
          <a:gradFill flip="none" rotWithShape="1">
            <a:gsLst>
              <a:gs pos="76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椭圆 11"/>
          <p:cNvSpPr/>
          <p:nvPr>
            <p:custDataLst>
              <p:tags r:id="rId6"/>
            </p:custDataLst>
          </p:nvPr>
        </p:nvSpPr>
        <p:spPr>
          <a:xfrm>
            <a:off x="3271889" y="1267996"/>
            <a:ext cx="2494176" cy="2494306"/>
          </a:xfrm>
          <a:prstGeom prst="ellipse">
            <a:avLst/>
          </a:prstGeom>
          <a:gradFill flip="none" rotWithShape="1">
            <a:gsLst>
              <a:gs pos="75000">
                <a:schemeClr val="accent2"/>
              </a:gs>
              <a:gs pos="0">
                <a:schemeClr val="accent2">
                  <a:alpha val="0"/>
                </a:schemeClr>
              </a:gs>
            </a:gsLst>
            <a:lin ang="13500000" scaled="1"/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3" name="矩形: 圆顶角 12"/>
          <p:cNvSpPr/>
          <p:nvPr>
            <p:custDataLst>
              <p:tags r:id="rId7"/>
            </p:custDataLst>
          </p:nvPr>
        </p:nvSpPr>
        <p:spPr>
          <a:xfrm>
            <a:off x="1297839" y="941537"/>
            <a:ext cx="3289040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矩形: 圆顶角 13"/>
          <p:cNvSpPr/>
          <p:nvPr>
            <p:custDataLst>
              <p:tags r:id="rId8"/>
            </p:custDataLst>
          </p:nvPr>
        </p:nvSpPr>
        <p:spPr>
          <a:xfrm>
            <a:off x="1549776" y="941537"/>
            <a:ext cx="3289040" cy="479613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图形 9"/>
          <p:cNvSpPr/>
          <p:nvPr>
            <p:custDataLst>
              <p:tags r:id="rId9"/>
            </p:custDataLst>
          </p:nvPr>
        </p:nvSpPr>
        <p:spPr>
          <a:xfrm>
            <a:off x="3096614" y="1724416"/>
            <a:ext cx="261752" cy="26176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sp>
        <p:nvSpPr>
          <p:cNvPr id="16" name="图形 9"/>
          <p:cNvSpPr/>
          <p:nvPr>
            <p:custDataLst>
              <p:tags r:id="rId10"/>
            </p:custDataLst>
          </p:nvPr>
        </p:nvSpPr>
        <p:spPr>
          <a:xfrm>
            <a:off x="3383978" y="1866175"/>
            <a:ext cx="643552" cy="643586"/>
          </a:xfrm>
          <a:custGeom>
            <a:avLst/>
            <a:gdLst>
              <a:gd name="connsiteX0" fmla="*/ 4846320 w 4846319"/>
              <a:gd name="connsiteY0" fmla="*/ 2423160 h 4846319"/>
              <a:gd name="connsiteX1" fmla="*/ 2423160 w 4846319"/>
              <a:gd name="connsiteY1" fmla="*/ 4846320 h 4846319"/>
              <a:gd name="connsiteX2" fmla="*/ 0 w 4846319"/>
              <a:gd name="connsiteY2" fmla="*/ 2423160 h 4846319"/>
              <a:gd name="connsiteX3" fmla="*/ 2423160 w 4846319"/>
              <a:gd name="connsiteY3" fmla="*/ 0 h 4846319"/>
              <a:gd name="connsiteX4" fmla="*/ 4846320 w 4846319"/>
              <a:gd name="connsiteY4" fmla="*/ 2423160 h 484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6319" h="4846319">
                <a:moveTo>
                  <a:pt x="4846320" y="2423160"/>
                </a:moveTo>
                <a:cubicBezTo>
                  <a:pt x="3028950" y="2757773"/>
                  <a:pt x="2757773" y="3028950"/>
                  <a:pt x="2423160" y="4846320"/>
                </a:cubicBezTo>
                <a:cubicBezTo>
                  <a:pt x="2088547" y="3028950"/>
                  <a:pt x="1817370" y="2757773"/>
                  <a:pt x="0" y="2423160"/>
                </a:cubicBezTo>
                <a:cubicBezTo>
                  <a:pt x="1817370" y="2088547"/>
                  <a:pt x="2088547" y="1817370"/>
                  <a:pt x="2423160" y="0"/>
                </a:cubicBezTo>
                <a:cubicBezTo>
                  <a:pt x="2757773" y="1817370"/>
                  <a:pt x="3028950" y="2088547"/>
                  <a:pt x="4846320" y="242316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/>
          </a:p>
        </p:txBody>
      </p:sp>
      <p:pic>
        <p:nvPicPr>
          <p:cNvPr id="17" name="图形 6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6847"/>
          <a:stretch>
            <a:fillRect/>
          </a:stretch>
        </p:blipFill>
        <p:spPr>
          <a:xfrm flipH="1">
            <a:off x="1499711" y="2619139"/>
            <a:ext cx="3737016" cy="3105193"/>
          </a:xfrm>
          <a:custGeom>
            <a:avLst/>
            <a:gdLst>
              <a:gd name="connsiteX0" fmla="*/ 0 w 4623746"/>
              <a:gd name="connsiteY0" fmla="*/ 0 h 3841801"/>
              <a:gd name="connsiteX1" fmla="*/ 4568731 w 4623746"/>
              <a:gd name="connsiteY1" fmla="*/ 0 h 3841801"/>
              <a:gd name="connsiteX2" fmla="*/ 4574584 w 4623746"/>
              <a:gd name="connsiteY2" fmla="*/ 22764 h 3841801"/>
              <a:gd name="connsiteX3" fmla="*/ 4623746 w 4623746"/>
              <a:gd name="connsiteY3" fmla="*/ 510447 h 3841801"/>
              <a:gd name="connsiteX4" fmla="*/ 4623746 w 4623746"/>
              <a:gd name="connsiteY4" fmla="*/ 3841801 h 3841801"/>
              <a:gd name="connsiteX5" fmla="*/ 0 w 4623746"/>
              <a:gd name="connsiteY5" fmla="*/ 3841801 h 3841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23746" h="3841801">
                <a:moveTo>
                  <a:pt x="0" y="0"/>
                </a:moveTo>
                <a:lnTo>
                  <a:pt x="4568731" y="0"/>
                </a:lnTo>
                <a:lnTo>
                  <a:pt x="4574584" y="22764"/>
                </a:lnTo>
                <a:cubicBezTo>
                  <a:pt x="4606819" y="180290"/>
                  <a:pt x="4623746" y="343391"/>
                  <a:pt x="4623746" y="510447"/>
                </a:cubicBezTo>
                <a:lnTo>
                  <a:pt x="4623746" y="3841801"/>
                </a:lnTo>
                <a:lnTo>
                  <a:pt x="0" y="3841801"/>
                </a:lnTo>
                <a:close/>
              </a:path>
            </a:pathLst>
          </a:custGeom>
        </p:spPr>
      </p:pic>
      <p:sp>
        <p:nvSpPr>
          <p:cNvPr id="18" name="任意多边形: 形状 17"/>
          <p:cNvSpPr/>
          <p:nvPr>
            <p:custDataLst>
              <p:tags r:id="rId14"/>
            </p:custDataLst>
          </p:nvPr>
        </p:nvSpPr>
        <p:spPr>
          <a:xfrm rot="16200000">
            <a:off x="10797636" y="5708698"/>
            <a:ext cx="107994" cy="495204"/>
          </a:xfrm>
          <a:custGeom>
            <a:avLst/>
            <a:gdLst>
              <a:gd name="connsiteX0" fmla="*/ 54000 w 108000"/>
              <a:gd name="connsiteY0" fmla="*/ 387204 h 495204"/>
              <a:gd name="connsiteX1" fmla="*/ 108000 w 108000"/>
              <a:gd name="connsiteY1" fmla="*/ 441204 h 495204"/>
              <a:gd name="connsiteX2" fmla="*/ 54000 w 108000"/>
              <a:gd name="connsiteY2" fmla="*/ 495204 h 495204"/>
              <a:gd name="connsiteX3" fmla="*/ 0 w 108000"/>
              <a:gd name="connsiteY3" fmla="*/ 441204 h 495204"/>
              <a:gd name="connsiteX4" fmla="*/ 54000 w 108000"/>
              <a:gd name="connsiteY4" fmla="*/ 387204 h 495204"/>
              <a:gd name="connsiteX5" fmla="*/ 54000 w 108000"/>
              <a:gd name="connsiteY5" fmla="*/ 193602 h 495204"/>
              <a:gd name="connsiteX6" fmla="*/ 108000 w 108000"/>
              <a:gd name="connsiteY6" fmla="*/ 247602 h 495204"/>
              <a:gd name="connsiteX7" fmla="*/ 54000 w 108000"/>
              <a:gd name="connsiteY7" fmla="*/ 301602 h 495204"/>
              <a:gd name="connsiteX8" fmla="*/ 0 w 108000"/>
              <a:gd name="connsiteY8" fmla="*/ 247602 h 495204"/>
              <a:gd name="connsiteX9" fmla="*/ 54000 w 108000"/>
              <a:gd name="connsiteY9" fmla="*/ 193602 h 495204"/>
              <a:gd name="connsiteX10" fmla="*/ 54000 w 108000"/>
              <a:gd name="connsiteY10" fmla="*/ 0 h 495204"/>
              <a:gd name="connsiteX11" fmla="*/ 108000 w 108000"/>
              <a:gd name="connsiteY11" fmla="*/ 54000 h 495204"/>
              <a:gd name="connsiteX12" fmla="*/ 54000 w 108000"/>
              <a:gd name="connsiteY12" fmla="*/ 108000 h 495204"/>
              <a:gd name="connsiteX13" fmla="*/ 0 w 108000"/>
              <a:gd name="connsiteY13" fmla="*/ 54000 h 495204"/>
              <a:gd name="connsiteX14" fmla="*/ 54000 w 108000"/>
              <a:gd name="connsiteY14" fmla="*/ 0 h 495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8000" h="495204">
                <a:moveTo>
                  <a:pt x="54000" y="387204"/>
                </a:moveTo>
                <a:cubicBezTo>
                  <a:pt x="83823" y="387204"/>
                  <a:pt x="108000" y="411381"/>
                  <a:pt x="108000" y="441204"/>
                </a:cubicBezTo>
                <a:cubicBezTo>
                  <a:pt x="108000" y="471027"/>
                  <a:pt x="83823" y="495204"/>
                  <a:pt x="54000" y="495204"/>
                </a:cubicBezTo>
                <a:cubicBezTo>
                  <a:pt x="24177" y="495204"/>
                  <a:pt x="0" y="471027"/>
                  <a:pt x="0" y="441204"/>
                </a:cubicBezTo>
                <a:cubicBezTo>
                  <a:pt x="0" y="411381"/>
                  <a:pt x="24177" y="387204"/>
                  <a:pt x="54000" y="387204"/>
                </a:cubicBezTo>
                <a:close/>
                <a:moveTo>
                  <a:pt x="54000" y="193602"/>
                </a:moveTo>
                <a:cubicBezTo>
                  <a:pt x="83823" y="193602"/>
                  <a:pt x="108000" y="217779"/>
                  <a:pt x="108000" y="247602"/>
                </a:cubicBezTo>
                <a:cubicBezTo>
                  <a:pt x="108000" y="277425"/>
                  <a:pt x="83823" y="301602"/>
                  <a:pt x="54000" y="301602"/>
                </a:cubicBezTo>
                <a:cubicBezTo>
                  <a:pt x="24177" y="301602"/>
                  <a:pt x="0" y="277425"/>
                  <a:pt x="0" y="247602"/>
                </a:cubicBezTo>
                <a:cubicBezTo>
                  <a:pt x="0" y="217779"/>
                  <a:pt x="24177" y="193602"/>
                  <a:pt x="54000" y="193602"/>
                </a:cubicBezTo>
                <a:close/>
                <a:moveTo>
                  <a:pt x="54000" y="0"/>
                </a:moveTo>
                <a:cubicBezTo>
                  <a:pt x="83823" y="0"/>
                  <a:pt x="108000" y="24177"/>
                  <a:pt x="108000" y="54000"/>
                </a:cubicBezTo>
                <a:cubicBezTo>
                  <a:pt x="108000" y="83823"/>
                  <a:pt x="83823" y="108000"/>
                  <a:pt x="54000" y="108000"/>
                </a:cubicBezTo>
                <a:cubicBezTo>
                  <a:pt x="24177" y="108000"/>
                  <a:pt x="0" y="83823"/>
                  <a:pt x="0" y="54000"/>
                </a:cubicBezTo>
                <a:cubicBezTo>
                  <a:pt x="0" y="24177"/>
                  <a:pt x="24177" y="0"/>
                  <a:pt x="540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弧形 19"/>
          <p:cNvSpPr/>
          <p:nvPr>
            <p:custDataLst>
              <p:tags r:id="rId15"/>
            </p:custDataLst>
          </p:nvPr>
        </p:nvSpPr>
        <p:spPr>
          <a:xfrm rot="3870695">
            <a:off x="2441217" y="1174224"/>
            <a:ext cx="1676786" cy="5677950"/>
          </a:xfrm>
          <a:prstGeom prst="arc">
            <a:avLst>
              <a:gd name="adj1" fmla="val 3567365"/>
              <a:gd name="adj2" fmla="val 6578231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1" name="弧形 20"/>
          <p:cNvSpPr/>
          <p:nvPr>
            <p:custDataLst>
              <p:tags r:id="rId16"/>
            </p:custDataLst>
          </p:nvPr>
        </p:nvSpPr>
        <p:spPr>
          <a:xfrm rot="3870695">
            <a:off x="2236391" y="1174225"/>
            <a:ext cx="1676786" cy="5677950"/>
          </a:xfrm>
          <a:prstGeom prst="arc">
            <a:avLst>
              <a:gd name="adj1" fmla="val 15455795"/>
              <a:gd name="adj2" fmla="val 16780178"/>
            </a:avLst>
          </a:prstGeom>
          <a:ln w="25400" cap="rnd">
            <a:solidFill>
              <a:schemeClr val="accent3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236572" y="2974340"/>
            <a:ext cx="5852490" cy="2527935"/>
          </a:xfrm>
        </p:spPr>
        <p:txBody>
          <a:bodyPr wrap="square" anchor="t" anchorCtr="0">
            <a:normAutofit/>
          </a:bodyPr>
          <a:lstStyle>
            <a:lvl1pPr algn="r">
              <a:defRPr sz="52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8"/>
            </p:custDataLst>
          </p:nvPr>
        </p:nvSpPr>
        <p:spPr>
          <a:xfrm>
            <a:off x="6110188" y="1631269"/>
            <a:ext cx="4978735" cy="1224000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6000" b="1">
                <a:gradFill flip="none" rotWithShape="1">
                  <a:gsLst>
                    <a:gs pos="0">
                      <a:schemeClr val="accent2"/>
                    </a:gs>
                    <a:gs pos="43000">
                      <a:schemeClr val="accent1"/>
                    </a:gs>
                  </a:gsLst>
                  <a:lin ang="2700000" scaled="1"/>
                  <a:tileRect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cxnSp>
        <p:nvCxnSpPr>
          <p:cNvPr id="3" name="直接连接符 2"/>
          <p:cNvCxnSpPr/>
          <p:nvPr>
            <p:custDataLst>
              <p:tags r:id="rId22"/>
            </p:custDataLst>
          </p:nvPr>
        </p:nvCxnSpPr>
        <p:spPr>
          <a:xfrm>
            <a:off x="1192229" y="5956300"/>
            <a:ext cx="9270995" cy="0"/>
          </a:xfrm>
          <a:prstGeom prst="line">
            <a:avLst/>
          </a:prstGeom>
          <a:solidFill>
            <a:srgbClr val="98E3BC"/>
          </a:solidFill>
          <a:ln w="12700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1879" y="1301750"/>
            <a:ext cx="5323563" cy="487585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800152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24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1879" y="1301750"/>
            <a:ext cx="5323563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1879" y="1875099"/>
            <a:ext cx="5323563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24" y="360045"/>
            <a:ext cx="10801422" cy="5817870"/>
          </a:xfrm>
        </p:spPr>
        <p:txBody>
          <a:bodyPr wrap="square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289" y="360045"/>
            <a:ext cx="10798883" cy="864235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24" y="1301750"/>
            <a:ext cx="1079852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9" name="任意多边形: 形状 8"/>
          <p:cNvSpPr/>
          <p:nvPr>
            <p:custDataLst>
              <p:tags r:id="rId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8" name="任意多边形: 形状 7"/>
          <p:cNvSpPr/>
          <p:nvPr>
            <p:custDataLst>
              <p:tags r:id="rId4"/>
            </p:custDataLst>
          </p:nvPr>
        </p:nvSpPr>
        <p:spPr>
          <a:xfrm>
            <a:off x="0" y="0"/>
            <a:ext cx="1848075" cy="184729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flipH="1" flipV="1">
            <a:off x="9257818" y="3925570"/>
            <a:ext cx="2934182" cy="2932430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2" name="矩形: 单圆角 11"/>
          <p:cNvSpPr/>
          <p:nvPr>
            <p:custDataLst>
              <p:tags r:id="rId6"/>
            </p:custDataLst>
          </p:nvPr>
        </p:nvSpPr>
        <p:spPr>
          <a:xfrm>
            <a:off x="732451" y="970310"/>
            <a:ext cx="10620161" cy="5001610"/>
          </a:xfrm>
          <a:prstGeom prst="round1Rect">
            <a:avLst>
              <a:gd name="adj" fmla="val 37950"/>
            </a:avLst>
          </a:prstGeom>
          <a:gradFill flip="none" rotWithShape="1">
            <a:gsLst>
              <a:gs pos="16000">
                <a:schemeClr val="accent1">
                  <a:lumMod val="20000"/>
                  <a:lumOff val="80000"/>
                </a:schemeClr>
              </a:gs>
              <a:gs pos="81000">
                <a:schemeClr val="accent1">
                  <a:lumMod val="20000"/>
                  <a:lumOff val="80000"/>
                  <a:alpha val="0"/>
                </a:schemeClr>
              </a:gs>
            </a:gsLst>
            <a:lin ang="10800000" scaled="1"/>
            <a:tileRect/>
          </a:gra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678622" y="966964"/>
            <a:ext cx="4484758" cy="4328652"/>
          </a:xfrm>
          <a:prstGeom prst="ellipse">
            <a:avLst/>
          </a:prstGeom>
          <a:gradFill flip="none" rotWithShape="1">
            <a:gsLst>
              <a:gs pos="0">
                <a:schemeClr val="accent2"/>
              </a:gs>
              <a:gs pos="75000">
                <a:schemeClr val="accent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571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/>
          </a:p>
        </p:txBody>
      </p:sp>
      <p:sp>
        <p:nvSpPr>
          <p:cNvPr id="15" name="矩形: 单圆角 14"/>
          <p:cNvSpPr/>
          <p:nvPr>
            <p:custDataLst>
              <p:tags r:id="rId8"/>
            </p:custDataLst>
          </p:nvPr>
        </p:nvSpPr>
        <p:spPr>
          <a:xfrm flipH="1">
            <a:off x="835866" y="5231764"/>
            <a:ext cx="10517342" cy="869353"/>
          </a:xfrm>
          <a:prstGeom prst="round1Rect">
            <a:avLst>
              <a:gd name="adj" fmla="val 29548"/>
            </a:avLst>
          </a:prstGeom>
          <a:solidFill>
            <a:schemeClr val="accent1"/>
          </a:solidFill>
          <a:ln w="1587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>
                <a:solidFill>
                  <a:schemeClr val="tx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600" b="1"/>
          </a:p>
        </p:txBody>
      </p:sp>
      <p:pic>
        <p:nvPicPr>
          <p:cNvPr id="16" name="图形 12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26654"/>
          <a:stretch>
            <a:fillRect/>
          </a:stretch>
        </p:blipFill>
        <p:spPr>
          <a:xfrm>
            <a:off x="7176667" y="1773850"/>
            <a:ext cx="3773999" cy="4327268"/>
          </a:xfrm>
          <a:prstGeom prst="rect">
            <a:avLst/>
          </a:prstGeom>
        </p:spPr>
      </p:pic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3479357" y="5666440"/>
            <a:ext cx="5233941" cy="0"/>
          </a:xfrm>
          <a:prstGeom prst="line">
            <a:avLst/>
          </a:prstGeom>
          <a:solidFill>
            <a:srgbClr val="98E3BC"/>
          </a:solidFill>
          <a:ln w="15875">
            <a:solidFill>
              <a:schemeClr val="tx2">
                <a:lumMod val="25000"/>
                <a:lumOff val="7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>
            <p:custDataLst>
              <p:tags r:id="rId13"/>
            </p:custDataLst>
          </p:nvPr>
        </p:nvCxnSpPr>
        <p:spPr>
          <a:xfrm>
            <a:off x="11122282" y="681237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>
            <p:custDataLst>
              <p:tags r:id="rId14"/>
            </p:custDataLst>
          </p:nvPr>
        </p:nvCxnSpPr>
        <p:spPr>
          <a:xfrm>
            <a:off x="11122282" y="7568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>
            <p:custDataLst>
              <p:tags r:id="rId15"/>
            </p:custDataLst>
          </p:nvPr>
        </p:nvCxnSpPr>
        <p:spPr>
          <a:xfrm>
            <a:off x="11122282" y="833002"/>
            <a:ext cx="212714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6"/>
            </p:custDataLst>
          </p:nvPr>
        </p:nvSpPr>
        <p:spPr>
          <a:xfrm>
            <a:off x="838156" y="1265786"/>
            <a:ext cx="5958943" cy="2304304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838754" y="504000"/>
            <a:ext cx="287985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1091930" y="5414440"/>
            <a:ext cx="287985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22"/>
            </p:custDataLst>
          </p:nvPr>
        </p:nvSpPr>
        <p:spPr>
          <a:xfrm>
            <a:off x="8219585" y="5414440"/>
            <a:ext cx="287985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>
            <p:custDataLst>
              <p:tags r:id="rId2"/>
            </p:custDataLst>
          </p:nvPr>
        </p:nvSpPr>
        <p:spPr>
          <a:xfrm>
            <a:off x="0" y="2377440"/>
            <a:ext cx="5193521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>
            <p:custDataLst>
              <p:tags r:id="rId3"/>
            </p:custDataLst>
          </p:nvPr>
        </p:nvSpPr>
        <p:spPr>
          <a:xfrm>
            <a:off x="0" y="0"/>
            <a:ext cx="250532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>
            <p:custDataLst>
              <p:tags r:id="rId4"/>
            </p:custDataLst>
          </p:nvPr>
        </p:nvSpPr>
        <p:spPr>
          <a:xfrm>
            <a:off x="9463547" y="4379976"/>
            <a:ext cx="1609260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>
            <p:custDataLst>
              <p:tags r:id="rId5"/>
            </p:custDataLst>
          </p:nvPr>
        </p:nvSpPr>
        <p:spPr>
          <a:xfrm>
            <a:off x="11337969" y="3617849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612" y="1862454"/>
            <a:ext cx="9467357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612" y="4790127"/>
            <a:ext cx="749197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>
            <p:custDataLst>
              <p:tags r:id="rId5"/>
            </p:custDataLst>
          </p:nvPr>
        </p:nvSpPr>
        <p:spPr>
          <a:xfrm>
            <a:off x="6976509" y="1005840"/>
            <a:ext cx="4343174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>
            <p:custDataLst>
              <p:tags r:id="rId6"/>
            </p:custDataLst>
          </p:nvPr>
        </p:nvSpPr>
        <p:spPr>
          <a:xfrm>
            <a:off x="7159379" y="0"/>
            <a:ext cx="3977433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8805" y="2637205"/>
            <a:ext cx="287985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>
            <p:custDataLst>
              <p:tags r:id="rId2"/>
            </p:custDataLst>
          </p:nvPr>
        </p:nvSpPr>
        <p:spPr>
          <a:xfrm>
            <a:off x="0" y="566928"/>
            <a:ext cx="5422110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>
            <p:custDataLst>
              <p:tags r:id="rId3"/>
            </p:custDataLst>
          </p:nvPr>
        </p:nvSpPr>
        <p:spPr>
          <a:xfrm>
            <a:off x="11313587" y="1463040"/>
            <a:ext cx="877778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>
            <p:custDataLst>
              <p:tags r:id="rId4"/>
            </p:custDataLst>
          </p:nvPr>
        </p:nvSpPr>
        <p:spPr>
          <a:xfrm>
            <a:off x="10131024" y="301752"/>
            <a:ext cx="530324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585" y="1621790"/>
            <a:ext cx="5463890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459" y="665438"/>
            <a:ext cx="4402679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764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2871" y="1364400"/>
            <a:ext cx="518133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364400"/>
            <a:ext cx="51575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764" y="2061275"/>
            <a:ext cx="51575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283" y="1364400"/>
            <a:ext cx="518291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283" y="2061275"/>
            <a:ext cx="518291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156" y="360000"/>
            <a:ext cx="1051505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764" y="360000"/>
            <a:ext cx="10799438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764" y="1296000"/>
            <a:ext cx="10799438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>
            <p:custDataLst>
              <p:tags r:id="rId2"/>
            </p:custDataLst>
          </p:nvPr>
        </p:nvSpPr>
        <p:spPr>
          <a:xfrm>
            <a:off x="0" y="2679192"/>
            <a:ext cx="5056369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>
            <p:custDataLst>
              <p:tags r:id="rId3"/>
            </p:custDataLst>
          </p:nvPr>
        </p:nvSpPr>
        <p:spPr>
          <a:xfrm>
            <a:off x="9536695" y="1152144"/>
            <a:ext cx="1298380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>
            <p:custDataLst>
              <p:tags r:id="rId4"/>
            </p:custDataLst>
          </p:nvPr>
        </p:nvSpPr>
        <p:spPr>
          <a:xfrm>
            <a:off x="0" y="0"/>
            <a:ext cx="2368173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>
            <p:custDataLst>
              <p:tags r:id="rId5"/>
            </p:custDataLst>
          </p:nvPr>
        </p:nvSpPr>
        <p:spPr>
          <a:xfrm>
            <a:off x="10899080" y="3429000"/>
            <a:ext cx="530324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404" y="555752"/>
            <a:ext cx="10095974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152" y="6356350"/>
            <a:ext cx="2743057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404" y="4217290"/>
            <a:ext cx="10095974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@svg_circle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0602" y="631082"/>
            <a:ext cx="1883566" cy="1883566"/>
          </a:xfrm>
          <a:prstGeom prst="rect">
            <a:avLst/>
          </a:prstGeom>
        </p:spPr>
      </p:pic>
      <p:sp>
        <p:nvSpPr>
          <p:cNvPr id="6" name="任意多边形: 形状 5"/>
          <p:cNvSpPr/>
          <p:nvPr>
            <p:custDataLst>
              <p:tags r:id="rId5"/>
            </p:custDataLst>
          </p:nvPr>
        </p:nvSpPr>
        <p:spPr>
          <a:xfrm>
            <a:off x="7851651" y="179"/>
            <a:ext cx="4339714" cy="6857643"/>
          </a:xfrm>
          <a:custGeom>
            <a:avLst/>
            <a:gdLst>
              <a:gd name="connsiteX0" fmla="*/ 1321519 w 4339940"/>
              <a:gd name="connsiteY0" fmla="*/ 0 h 6858000"/>
              <a:gd name="connsiteX1" fmla="*/ 4339940 w 4339940"/>
              <a:gd name="connsiteY1" fmla="*/ 0 h 6858000"/>
              <a:gd name="connsiteX2" fmla="*/ 4339940 w 4339940"/>
              <a:gd name="connsiteY2" fmla="*/ 6858000 h 6858000"/>
              <a:gd name="connsiteX3" fmla="*/ 1321519 w 4339940"/>
              <a:gd name="connsiteY3" fmla="*/ 6858000 h 6858000"/>
              <a:gd name="connsiteX4" fmla="*/ 1164488 w 4339940"/>
              <a:gd name="connsiteY4" fmla="*/ 6676509 h 6858000"/>
              <a:gd name="connsiteX5" fmla="*/ 0 w 4339940"/>
              <a:gd name="connsiteY5" fmla="*/ 3429000 h 6858000"/>
              <a:gd name="connsiteX6" fmla="*/ 1164488 w 4339940"/>
              <a:gd name="connsiteY6" fmla="*/ 1814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39940" h="6858000">
                <a:moveTo>
                  <a:pt x="1321519" y="0"/>
                </a:moveTo>
                <a:lnTo>
                  <a:pt x="4339940" y="0"/>
                </a:lnTo>
                <a:lnTo>
                  <a:pt x="4339940" y="6858000"/>
                </a:lnTo>
                <a:lnTo>
                  <a:pt x="1321519" y="6858000"/>
                </a:lnTo>
                <a:lnTo>
                  <a:pt x="1164488" y="6676509"/>
                </a:lnTo>
                <a:cubicBezTo>
                  <a:pt x="437008" y="5793995"/>
                  <a:pt x="0" y="4662591"/>
                  <a:pt x="0" y="3429000"/>
                </a:cubicBezTo>
                <a:cubicBezTo>
                  <a:pt x="0" y="2195410"/>
                  <a:pt x="437008" y="1064006"/>
                  <a:pt x="1164488" y="181492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>
                  <a:lumMod val="80000"/>
                  <a:lumOff val="2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3327098" scaled="1"/>
          </a:gradFill>
          <a:ln w="12667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cs typeface="Arial" panose="020B0604020202020204" pitchFamily="34" charset="0"/>
            </a:endParaRPr>
          </a:p>
        </p:txBody>
      </p:sp>
      <p:pic>
        <p:nvPicPr>
          <p:cNvPr id="11" name="@svg_circle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64492" y="179"/>
            <a:ext cx="2825349" cy="6857643"/>
          </a:xfrm>
          <a:prstGeom prst="rect">
            <a:avLst/>
          </a:prstGeom>
        </p:spPr>
      </p:pic>
      <p:pic>
        <p:nvPicPr>
          <p:cNvPr id="12" name="@svg_circle0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39839" y="5778886"/>
            <a:ext cx="2167015" cy="1078936"/>
          </a:xfrm>
          <a:prstGeom prst="rect">
            <a:avLst/>
          </a:prstGeom>
        </p:spPr>
      </p:pic>
      <p:pic>
        <p:nvPicPr>
          <p:cNvPr id="13" name="@png2x_main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733522" y="179"/>
            <a:ext cx="6190166" cy="685764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838156" y="2045407"/>
            <a:ext cx="7012575" cy="2080152"/>
          </a:xfrm>
        </p:spPr>
        <p:txBody>
          <a:bodyPr lIns="0" anchor="t" anchorCtr="0">
            <a:normAutofit/>
          </a:bodyPr>
          <a:lstStyle>
            <a:lvl1pPr algn="l">
              <a:lnSpc>
                <a:spcPct val="100000"/>
              </a:lnSpc>
              <a:defRPr sz="400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838156" y="606572"/>
            <a:ext cx="5545801" cy="1341685"/>
          </a:xfrm>
        </p:spPr>
        <p:txBody>
          <a:bodyPr lIns="0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838156" y="4225482"/>
            <a:ext cx="5545686" cy="1792794"/>
          </a:xfrm>
        </p:spPr>
        <p:txBody>
          <a:bodyPr l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3" name="任意多边形: 形状 22"/>
          <p:cNvSpPr/>
          <p:nvPr>
            <p:custDataLst>
              <p:tags r:id="rId17"/>
            </p:custDataLst>
          </p:nvPr>
        </p:nvSpPr>
        <p:spPr>
          <a:xfrm>
            <a:off x="2377251" y="179"/>
            <a:ext cx="670655" cy="228786"/>
          </a:xfrm>
          <a:custGeom>
            <a:avLst/>
            <a:gdLst>
              <a:gd name="connsiteX0" fmla="*/ 0 w 670690"/>
              <a:gd name="connsiteY0" fmla="*/ 0 h 228798"/>
              <a:gd name="connsiteX1" fmla="*/ 670690 w 670690"/>
              <a:gd name="connsiteY1" fmla="*/ 0 h 228798"/>
              <a:gd name="connsiteX2" fmla="*/ 668331 w 670690"/>
              <a:gd name="connsiteY2" fmla="*/ 7615 h 228798"/>
              <a:gd name="connsiteX3" fmla="*/ 335345 w 670690"/>
              <a:gd name="connsiteY3" fmla="*/ 228798 h 228798"/>
              <a:gd name="connsiteX4" fmla="*/ 2359 w 670690"/>
              <a:gd name="connsiteY4" fmla="*/ 7615 h 228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690" h="228798">
                <a:moveTo>
                  <a:pt x="0" y="0"/>
                </a:moveTo>
                <a:lnTo>
                  <a:pt x="670690" y="0"/>
                </a:lnTo>
                <a:lnTo>
                  <a:pt x="668331" y="7615"/>
                </a:lnTo>
                <a:cubicBezTo>
                  <a:pt x="613470" y="137595"/>
                  <a:pt x="485036" y="228798"/>
                  <a:pt x="335345" y="228798"/>
                </a:cubicBezTo>
                <a:cubicBezTo>
                  <a:pt x="185654" y="228798"/>
                  <a:pt x="57220" y="137595"/>
                  <a:pt x="2359" y="7615"/>
                </a:cubicBezTo>
                <a:close/>
              </a:path>
            </a:pathLst>
          </a:custGeom>
          <a:solidFill>
            <a:schemeClr val="accent2"/>
          </a:solidFill>
          <a:ln w="12533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cs typeface="Arial" panose="020B0604020202020204" pitchFamily="34" charset="0"/>
            </a:endParaRPr>
          </a:p>
        </p:txBody>
      </p:sp>
      <p:sp>
        <p:nvSpPr>
          <p:cNvPr id="28" name="任意多边形: 形状 27"/>
          <p:cNvSpPr/>
          <p:nvPr userDrawn="1">
            <p:custDataLst>
              <p:tags r:id="rId18"/>
            </p:custDataLst>
          </p:nvPr>
        </p:nvSpPr>
        <p:spPr>
          <a:xfrm>
            <a:off x="1524" y="5220803"/>
            <a:ext cx="2182460" cy="1637020"/>
          </a:xfrm>
          <a:custGeom>
            <a:avLst/>
            <a:gdLst>
              <a:gd name="connsiteX0" fmla="*/ 545469 w 2182574"/>
              <a:gd name="connsiteY0" fmla="*/ 0 h 1637105"/>
              <a:gd name="connsiteX1" fmla="*/ 2182574 w 2182574"/>
              <a:gd name="connsiteY1" fmla="*/ 1637105 h 1637105"/>
              <a:gd name="connsiteX2" fmla="*/ 1486281 w 2182574"/>
              <a:gd name="connsiteY2" fmla="*/ 1637105 h 1637105"/>
              <a:gd name="connsiteX3" fmla="*/ 545469 w 2182574"/>
              <a:gd name="connsiteY3" fmla="*/ 696293 h 1637105"/>
              <a:gd name="connsiteX4" fmla="*/ 19452 w 2182574"/>
              <a:gd name="connsiteY4" fmla="*/ 856969 h 1637105"/>
              <a:gd name="connsiteX5" fmla="*/ 0 w 2182574"/>
              <a:gd name="connsiteY5" fmla="*/ 873019 h 1637105"/>
              <a:gd name="connsiteX6" fmla="*/ 0 w 2182574"/>
              <a:gd name="connsiteY6" fmla="*/ 95065 h 1637105"/>
              <a:gd name="connsiteX7" fmla="*/ 58644 w 2182574"/>
              <a:gd name="connsiteY7" fmla="*/ 73601 h 1637105"/>
              <a:gd name="connsiteX8" fmla="*/ 545469 w 2182574"/>
              <a:gd name="connsiteY8" fmla="*/ 0 h 1637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82574" h="1637105">
                <a:moveTo>
                  <a:pt x="545469" y="0"/>
                </a:moveTo>
                <a:cubicBezTo>
                  <a:pt x="1449617" y="0"/>
                  <a:pt x="2182574" y="732957"/>
                  <a:pt x="2182574" y="1637105"/>
                </a:cubicBezTo>
                <a:lnTo>
                  <a:pt x="1486281" y="1637105"/>
                </a:lnTo>
                <a:cubicBezTo>
                  <a:pt x="1486281" y="1117509"/>
                  <a:pt x="1065065" y="696293"/>
                  <a:pt x="545469" y="696293"/>
                </a:cubicBezTo>
                <a:cubicBezTo>
                  <a:pt x="350621" y="696293"/>
                  <a:pt x="169607" y="755527"/>
                  <a:pt x="19452" y="856969"/>
                </a:cubicBezTo>
                <a:lnTo>
                  <a:pt x="0" y="873019"/>
                </a:lnTo>
                <a:lnTo>
                  <a:pt x="0" y="95065"/>
                </a:lnTo>
                <a:lnTo>
                  <a:pt x="58644" y="73601"/>
                </a:lnTo>
                <a:cubicBezTo>
                  <a:pt x="212432" y="25768"/>
                  <a:pt x="375941" y="0"/>
                  <a:pt x="545469" y="0"/>
                </a:cubicBezTo>
                <a:close/>
              </a:path>
            </a:pathLst>
          </a:custGeom>
          <a:solidFill>
            <a:schemeClr val="accent5">
              <a:lumMod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0" name="任意多边形: 形状 29"/>
          <p:cNvSpPr/>
          <p:nvPr userDrawn="1">
            <p:custDataLst>
              <p:tags r:id="rId19"/>
            </p:custDataLst>
          </p:nvPr>
        </p:nvSpPr>
        <p:spPr>
          <a:xfrm>
            <a:off x="11786418" y="301862"/>
            <a:ext cx="403424" cy="932746"/>
          </a:xfrm>
          <a:custGeom>
            <a:avLst/>
            <a:gdLst>
              <a:gd name="connsiteX0" fmla="*/ 403445 w 403445"/>
              <a:gd name="connsiteY0" fmla="*/ 0 h 932795"/>
              <a:gd name="connsiteX1" fmla="*/ 403445 w 403445"/>
              <a:gd name="connsiteY1" fmla="*/ 228167 h 932795"/>
              <a:gd name="connsiteX2" fmla="*/ 376367 w 403445"/>
              <a:gd name="connsiteY2" fmla="*/ 236572 h 932795"/>
              <a:gd name="connsiteX3" fmla="*/ 224029 w 403445"/>
              <a:gd name="connsiteY3" fmla="*/ 466397 h 932795"/>
              <a:gd name="connsiteX4" fmla="*/ 376367 w 403445"/>
              <a:gd name="connsiteY4" fmla="*/ 696222 h 932795"/>
              <a:gd name="connsiteX5" fmla="*/ 403445 w 403445"/>
              <a:gd name="connsiteY5" fmla="*/ 704627 h 932795"/>
              <a:gd name="connsiteX6" fmla="*/ 403445 w 403445"/>
              <a:gd name="connsiteY6" fmla="*/ 932795 h 932795"/>
              <a:gd name="connsiteX7" fmla="*/ 378037 w 403445"/>
              <a:gd name="connsiteY7" fmla="*/ 930233 h 932795"/>
              <a:gd name="connsiteX8" fmla="*/ 0 w 403445"/>
              <a:gd name="connsiteY8" fmla="*/ 466397 h 932795"/>
              <a:gd name="connsiteX9" fmla="*/ 378037 w 403445"/>
              <a:gd name="connsiteY9" fmla="*/ 2561 h 9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45" h="932795">
                <a:moveTo>
                  <a:pt x="403445" y="0"/>
                </a:moveTo>
                <a:lnTo>
                  <a:pt x="403445" y="228167"/>
                </a:lnTo>
                <a:lnTo>
                  <a:pt x="376367" y="236572"/>
                </a:lnTo>
                <a:cubicBezTo>
                  <a:pt x="286845" y="274437"/>
                  <a:pt x="224029" y="363082"/>
                  <a:pt x="224029" y="466397"/>
                </a:cubicBezTo>
                <a:cubicBezTo>
                  <a:pt x="224029" y="569713"/>
                  <a:pt x="286845" y="658357"/>
                  <a:pt x="376367" y="696222"/>
                </a:cubicBezTo>
                <a:lnTo>
                  <a:pt x="403445" y="704627"/>
                </a:lnTo>
                <a:lnTo>
                  <a:pt x="403445" y="932795"/>
                </a:lnTo>
                <a:lnTo>
                  <a:pt x="378037" y="930233"/>
                </a:lnTo>
                <a:cubicBezTo>
                  <a:pt x="162292" y="886085"/>
                  <a:pt x="0" y="695194"/>
                  <a:pt x="0" y="466397"/>
                </a:cubicBezTo>
                <a:cubicBezTo>
                  <a:pt x="0" y="237600"/>
                  <a:pt x="162292" y="46709"/>
                  <a:pt x="378037" y="25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 userDrawn="1">
            <p:custDataLst>
              <p:tags r:id="rId20"/>
            </p:custDataLst>
          </p:nvPr>
        </p:nvSpPr>
        <p:spPr>
          <a:xfrm>
            <a:off x="2262917" y="180"/>
            <a:ext cx="899321" cy="338499"/>
          </a:xfrm>
          <a:custGeom>
            <a:avLst/>
            <a:gdLst>
              <a:gd name="connsiteX0" fmla="*/ 0 w 899368"/>
              <a:gd name="connsiteY0" fmla="*/ 0 h 338517"/>
              <a:gd name="connsiteX1" fmla="*/ 35326 w 899368"/>
              <a:gd name="connsiteY1" fmla="*/ 0 h 338517"/>
              <a:gd name="connsiteX2" fmla="*/ 47039 w 899368"/>
              <a:gd name="connsiteY2" fmla="*/ 37732 h 338517"/>
              <a:gd name="connsiteX3" fmla="*/ 449684 w 899368"/>
              <a:gd name="connsiteY3" fmla="*/ 304623 h 338517"/>
              <a:gd name="connsiteX4" fmla="*/ 852330 w 899368"/>
              <a:gd name="connsiteY4" fmla="*/ 37732 h 338517"/>
              <a:gd name="connsiteX5" fmla="*/ 864042 w 899368"/>
              <a:gd name="connsiteY5" fmla="*/ 0 h 338517"/>
              <a:gd name="connsiteX6" fmla="*/ 899368 w 899368"/>
              <a:gd name="connsiteY6" fmla="*/ 0 h 338517"/>
              <a:gd name="connsiteX7" fmla="*/ 883560 w 899368"/>
              <a:gd name="connsiteY7" fmla="*/ 50925 h 338517"/>
              <a:gd name="connsiteX8" fmla="*/ 449684 w 899368"/>
              <a:gd name="connsiteY8" fmla="*/ 338517 h 338517"/>
              <a:gd name="connsiteX9" fmla="*/ 15808 w 899368"/>
              <a:gd name="connsiteY9" fmla="*/ 50925 h 338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368" h="338517">
                <a:moveTo>
                  <a:pt x="0" y="0"/>
                </a:moveTo>
                <a:lnTo>
                  <a:pt x="35326" y="0"/>
                </a:lnTo>
                <a:lnTo>
                  <a:pt x="47039" y="37732"/>
                </a:lnTo>
                <a:cubicBezTo>
                  <a:pt x="113377" y="194573"/>
                  <a:pt x="268679" y="304623"/>
                  <a:pt x="449684" y="304623"/>
                </a:cubicBezTo>
                <a:cubicBezTo>
                  <a:pt x="630690" y="304623"/>
                  <a:pt x="785992" y="194573"/>
                  <a:pt x="852330" y="37732"/>
                </a:cubicBezTo>
                <a:lnTo>
                  <a:pt x="864042" y="0"/>
                </a:lnTo>
                <a:lnTo>
                  <a:pt x="899368" y="0"/>
                </a:lnTo>
                <a:lnTo>
                  <a:pt x="883560" y="50925"/>
                </a:lnTo>
                <a:cubicBezTo>
                  <a:pt x="812077" y="219931"/>
                  <a:pt x="644729" y="338517"/>
                  <a:pt x="449684" y="338517"/>
                </a:cubicBezTo>
                <a:cubicBezTo>
                  <a:pt x="254639" y="338517"/>
                  <a:pt x="87292" y="219931"/>
                  <a:pt x="15808" y="50925"/>
                </a:cubicBezTo>
                <a:close/>
              </a:path>
            </a:pathLst>
          </a:custGeom>
          <a:solidFill>
            <a:schemeClr val="accent2"/>
          </a:solidFill>
          <a:ln w="1253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lvl="0" defTabSz="914400"/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21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9"/>
            <p:custDataLst>
              <p:tags r:id="rId2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0"/>
            <p:custDataLst>
              <p:tags r:id="rId23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任意多边形: 形状 33"/>
          <p:cNvSpPr/>
          <p:nvPr>
            <p:custDataLst>
              <p:tags r:id="rId2"/>
            </p:custDataLst>
          </p:nvPr>
        </p:nvSpPr>
        <p:spPr>
          <a:xfrm rot="10800000" flipV="1">
            <a:off x="0" y="179"/>
            <a:ext cx="3650307" cy="6857643"/>
          </a:xfrm>
          <a:custGeom>
            <a:avLst/>
            <a:gdLst>
              <a:gd name="connsiteX0" fmla="*/ 3650497 w 3650497"/>
              <a:gd name="connsiteY0" fmla="*/ 0 h 6858000"/>
              <a:gd name="connsiteX1" fmla="*/ 1324214 w 3650497"/>
              <a:gd name="connsiteY1" fmla="*/ 0 h 6858000"/>
              <a:gd name="connsiteX2" fmla="*/ 1166963 w 3650497"/>
              <a:gd name="connsiteY2" fmla="*/ 181360 h 6858000"/>
              <a:gd name="connsiteX3" fmla="*/ 0 w 3650497"/>
              <a:gd name="connsiteY3" fmla="*/ 3428868 h 6858000"/>
              <a:gd name="connsiteX4" fmla="*/ 1166963 w 3650497"/>
              <a:gd name="connsiteY4" fmla="*/ 6676377 h 6858000"/>
              <a:gd name="connsiteX5" fmla="*/ 1324443 w 3650497"/>
              <a:gd name="connsiteY5" fmla="*/ 6858000 h 6858000"/>
              <a:gd name="connsiteX6" fmla="*/ 3650497 w 365049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50497" h="6858000">
                <a:moveTo>
                  <a:pt x="3650497" y="0"/>
                </a:moveTo>
                <a:lnTo>
                  <a:pt x="1324214" y="0"/>
                </a:lnTo>
                <a:lnTo>
                  <a:pt x="1166963" y="181360"/>
                </a:lnTo>
                <a:cubicBezTo>
                  <a:pt x="437936" y="1063874"/>
                  <a:pt x="0" y="2195278"/>
                  <a:pt x="0" y="3428868"/>
                </a:cubicBezTo>
                <a:cubicBezTo>
                  <a:pt x="0" y="4662459"/>
                  <a:pt x="437937" y="5793863"/>
                  <a:pt x="1166963" y="6676377"/>
                </a:cubicBezTo>
                <a:lnTo>
                  <a:pt x="1324443" y="6858000"/>
                </a:lnTo>
                <a:lnTo>
                  <a:pt x="3650497" y="6858000"/>
                </a:lnTo>
                <a:close/>
              </a:path>
            </a:pathLst>
          </a:custGeom>
          <a:solidFill>
            <a:srgbClr val="3884F8"/>
          </a:solidFill>
          <a:ln w="12711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cs typeface="Arial" panose="020B0604020202020204" pitchFamily="34" charset="0"/>
            </a:endParaRPr>
          </a:p>
        </p:txBody>
      </p:sp>
      <p:sp>
        <p:nvSpPr>
          <p:cNvPr id="32" name="任意多边形: 形状 31"/>
          <p:cNvSpPr/>
          <p:nvPr>
            <p:custDataLst>
              <p:tags r:id="rId3"/>
            </p:custDataLst>
          </p:nvPr>
        </p:nvSpPr>
        <p:spPr>
          <a:xfrm rot="10800000" flipV="1">
            <a:off x="0" y="179"/>
            <a:ext cx="3650307" cy="6857643"/>
          </a:xfrm>
          <a:custGeom>
            <a:avLst/>
            <a:gdLst>
              <a:gd name="connsiteX0" fmla="*/ 3650497 w 3650497"/>
              <a:gd name="connsiteY0" fmla="*/ 0 h 6858000"/>
              <a:gd name="connsiteX1" fmla="*/ 1324214 w 3650497"/>
              <a:gd name="connsiteY1" fmla="*/ 0 h 6858000"/>
              <a:gd name="connsiteX2" fmla="*/ 1166963 w 3650497"/>
              <a:gd name="connsiteY2" fmla="*/ 181360 h 6858000"/>
              <a:gd name="connsiteX3" fmla="*/ 0 w 3650497"/>
              <a:gd name="connsiteY3" fmla="*/ 3428868 h 6858000"/>
              <a:gd name="connsiteX4" fmla="*/ 1166963 w 3650497"/>
              <a:gd name="connsiteY4" fmla="*/ 6676377 h 6858000"/>
              <a:gd name="connsiteX5" fmla="*/ 1324443 w 3650497"/>
              <a:gd name="connsiteY5" fmla="*/ 6858000 h 6858000"/>
              <a:gd name="connsiteX6" fmla="*/ 3650497 w 365049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50497" h="6858000">
                <a:moveTo>
                  <a:pt x="3650497" y="0"/>
                </a:moveTo>
                <a:lnTo>
                  <a:pt x="1324214" y="0"/>
                </a:lnTo>
                <a:lnTo>
                  <a:pt x="1166963" y="181360"/>
                </a:lnTo>
                <a:cubicBezTo>
                  <a:pt x="437936" y="1063874"/>
                  <a:pt x="0" y="2195278"/>
                  <a:pt x="0" y="3428868"/>
                </a:cubicBezTo>
                <a:cubicBezTo>
                  <a:pt x="0" y="4662459"/>
                  <a:pt x="437937" y="5793863"/>
                  <a:pt x="1166963" y="6676377"/>
                </a:cubicBezTo>
                <a:lnTo>
                  <a:pt x="1324443" y="6858000"/>
                </a:lnTo>
                <a:lnTo>
                  <a:pt x="3650497" y="685800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2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3188682" scaled="1"/>
          </a:gradFill>
          <a:ln w="12711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cs typeface="Arial" panose="020B0604020202020204" pitchFamily="34" charset="0"/>
            </a:endParaRPr>
          </a:p>
        </p:txBody>
      </p:sp>
      <p:pic>
        <p:nvPicPr>
          <p:cNvPr id="6" name="@png2x_sp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35900" y="841383"/>
            <a:ext cx="2413890" cy="4462040"/>
          </a:xfrm>
          <a:prstGeom prst="rect">
            <a:avLst/>
          </a:prstGeom>
        </p:spPr>
      </p:pic>
      <p:sp>
        <p:nvSpPr>
          <p:cNvPr id="40" name="任意多边形: 形状 39"/>
          <p:cNvSpPr/>
          <p:nvPr userDrawn="1">
            <p:custDataLst>
              <p:tags r:id="rId6"/>
            </p:custDataLst>
          </p:nvPr>
        </p:nvSpPr>
        <p:spPr>
          <a:xfrm>
            <a:off x="1" y="179"/>
            <a:ext cx="2686577" cy="6857643"/>
          </a:xfrm>
          <a:custGeom>
            <a:avLst/>
            <a:gdLst>
              <a:gd name="connsiteX0" fmla="*/ 0 w 2686717"/>
              <a:gd name="connsiteY0" fmla="*/ 0 h 6858000"/>
              <a:gd name="connsiteX1" fmla="*/ 380888 w 2686717"/>
              <a:gd name="connsiteY1" fmla="*/ 0 h 6858000"/>
              <a:gd name="connsiteX2" fmla="*/ 462516 w 2686717"/>
              <a:gd name="connsiteY2" fmla="*/ 32185 h 6858000"/>
              <a:gd name="connsiteX3" fmla="*/ 2686717 w 2686717"/>
              <a:gd name="connsiteY3" fmla="*/ 3387725 h 6858000"/>
              <a:gd name="connsiteX4" fmla="*/ 297140 w 2686717"/>
              <a:gd name="connsiteY4" fmla="*/ 6808471 h 6858000"/>
              <a:gd name="connsiteX5" fmla="*/ 150761 w 2686717"/>
              <a:gd name="connsiteY5" fmla="*/ 6858000 h 6858000"/>
              <a:gd name="connsiteX6" fmla="*/ 0 w 2686717"/>
              <a:gd name="connsiteY6" fmla="*/ 6858000 h 6858000"/>
              <a:gd name="connsiteX7" fmla="*/ 0 w 2686717"/>
              <a:gd name="connsiteY7" fmla="*/ 4935920 h 6858000"/>
              <a:gd name="connsiteX8" fmla="*/ 63055 w 2686717"/>
              <a:gd name="connsiteY8" fmla="*/ 4897614 h 6858000"/>
              <a:gd name="connsiteX9" fmla="*/ 865856 w 2686717"/>
              <a:gd name="connsiteY9" fmla="*/ 3387725 h 6858000"/>
              <a:gd name="connsiteX10" fmla="*/ 63055 w 2686717"/>
              <a:gd name="connsiteY10" fmla="*/ 1877837 h 6858000"/>
              <a:gd name="connsiteX11" fmla="*/ 0 w 2686717"/>
              <a:gd name="connsiteY11" fmla="*/ 183953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686717" h="6858000">
                <a:moveTo>
                  <a:pt x="0" y="0"/>
                </a:moveTo>
                <a:lnTo>
                  <a:pt x="380888" y="0"/>
                </a:lnTo>
                <a:lnTo>
                  <a:pt x="462516" y="32185"/>
                </a:lnTo>
                <a:cubicBezTo>
                  <a:pt x="1769586" y="585029"/>
                  <a:pt x="2686717" y="1879273"/>
                  <a:pt x="2686717" y="3387725"/>
                </a:cubicBezTo>
                <a:cubicBezTo>
                  <a:pt x="2686717" y="4959029"/>
                  <a:pt x="1691566" y="6297903"/>
                  <a:pt x="297140" y="6808471"/>
                </a:cubicBezTo>
                <a:lnTo>
                  <a:pt x="150761" y="6858000"/>
                </a:lnTo>
                <a:lnTo>
                  <a:pt x="0" y="6858000"/>
                </a:lnTo>
                <a:lnTo>
                  <a:pt x="0" y="4935920"/>
                </a:lnTo>
                <a:lnTo>
                  <a:pt x="63055" y="4897614"/>
                </a:lnTo>
                <a:cubicBezTo>
                  <a:pt x="547408" y="4570391"/>
                  <a:pt x="865856" y="4016247"/>
                  <a:pt x="865856" y="3387725"/>
                </a:cubicBezTo>
                <a:cubicBezTo>
                  <a:pt x="865856" y="2759203"/>
                  <a:pt x="547408" y="2205059"/>
                  <a:pt x="63055" y="1877837"/>
                </a:cubicBezTo>
                <a:lnTo>
                  <a:pt x="0" y="1839530"/>
                </a:lnTo>
                <a:close/>
              </a:path>
            </a:pathLst>
          </a:custGeom>
          <a:solidFill>
            <a:schemeClr val="accent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037536" y="902467"/>
            <a:ext cx="2287786" cy="5221968"/>
          </a:xfrm>
        </p:spPr>
        <p:txBody>
          <a:bodyPr vert="eaVert" anchor="b">
            <a:normAutofit/>
          </a:bodyPr>
          <a:lstStyle>
            <a:lvl1pPr algn="ctr">
              <a:defRPr sz="6000">
                <a:solidFill>
                  <a:schemeClr val="lt1">
                    <a:lumMod val="10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4" name="任意多边形: 形状 43"/>
          <p:cNvSpPr/>
          <p:nvPr userDrawn="1">
            <p:custDataLst>
              <p:tags r:id="rId8"/>
            </p:custDataLst>
          </p:nvPr>
        </p:nvSpPr>
        <p:spPr>
          <a:xfrm>
            <a:off x="11848483" y="421484"/>
            <a:ext cx="342882" cy="909902"/>
          </a:xfrm>
          <a:custGeom>
            <a:avLst/>
            <a:gdLst>
              <a:gd name="connsiteX0" fmla="*/ 342900 w 342900"/>
              <a:gd name="connsiteY0" fmla="*/ 0 h 909949"/>
              <a:gd name="connsiteX1" fmla="*/ 342900 w 342900"/>
              <a:gd name="connsiteY1" fmla="*/ 257692 h 909949"/>
              <a:gd name="connsiteX2" fmla="*/ 307870 w 342900"/>
              <a:gd name="connsiteY2" fmla="*/ 286594 h 909949"/>
              <a:gd name="connsiteX3" fmla="*/ 238125 w 342900"/>
              <a:gd name="connsiteY3" fmla="*/ 454974 h 909949"/>
              <a:gd name="connsiteX4" fmla="*/ 307870 w 342900"/>
              <a:gd name="connsiteY4" fmla="*/ 623354 h 909949"/>
              <a:gd name="connsiteX5" fmla="*/ 342900 w 342900"/>
              <a:gd name="connsiteY5" fmla="*/ 652256 h 909949"/>
              <a:gd name="connsiteX6" fmla="*/ 342900 w 342900"/>
              <a:gd name="connsiteY6" fmla="*/ 909949 h 909949"/>
              <a:gd name="connsiteX7" fmla="*/ 290872 w 342900"/>
              <a:gd name="connsiteY7" fmla="*/ 893798 h 909949"/>
              <a:gd name="connsiteX8" fmla="*/ 0 w 342900"/>
              <a:gd name="connsiteY8" fmla="*/ 454974 h 909949"/>
              <a:gd name="connsiteX9" fmla="*/ 290872 w 342900"/>
              <a:gd name="connsiteY9" fmla="*/ 16150 h 909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2900" h="909949">
                <a:moveTo>
                  <a:pt x="342900" y="0"/>
                </a:moveTo>
                <a:lnTo>
                  <a:pt x="342900" y="257692"/>
                </a:lnTo>
                <a:lnTo>
                  <a:pt x="307870" y="286594"/>
                </a:lnTo>
                <a:cubicBezTo>
                  <a:pt x="264778" y="329686"/>
                  <a:pt x="238125" y="389218"/>
                  <a:pt x="238125" y="454974"/>
                </a:cubicBezTo>
                <a:cubicBezTo>
                  <a:pt x="238125" y="520731"/>
                  <a:pt x="264778" y="580262"/>
                  <a:pt x="307870" y="623354"/>
                </a:cubicBezTo>
                <a:lnTo>
                  <a:pt x="342900" y="652256"/>
                </a:lnTo>
                <a:lnTo>
                  <a:pt x="342900" y="909949"/>
                </a:lnTo>
                <a:lnTo>
                  <a:pt x="290872" y="893798"/>
                </a:lnTo>
                <a:cubicBezTo>
                  <a:pt x="119938" y="821500"/>
                  <a:pt x="0" y="652244"/>
                  <a:pt x="0" y="454974"/>
                </a:cubicBezTo>
                <a:cubicBezTo>
                  <a:pt x="0" y="257705"/>
                  <a:pt x="119938" y="88449"/>
                  <a:pt x="290872" y="161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>
              <a:cs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@png2x_b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24" y="179"/>
            <a:ext cx="12188317" cy="6857643"/>
          </a:xfrm>
          <a:prstGeom prst="rect">
            <a:avLst/>
          </a:prstGeom>
        </p:spPr>
      </p:pic>
      <p:pic>
        <p:nvPicPr>
          <p:cNvPr id="7" name="@svg_circleSmall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4978" y="5852034"/>
            <a:ext cx="4004863" cy="1005788"/>
          </a:xfrm>
          <a:prstGeom prst="rect">
            <a:avLst/>
          </a:prstGeom>
        </p:spPr>
      </p:pic>
      <p:pic>
        <p:nvPicPr>
          <p:cNvPr id="10" name="@svg_circle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70742" y="179"/>
            <a:ext cx="3319099" cy="6857643"/>
          </a:xfrm>
          <a:prstGeom prst="rect">
            <a:avLst/>
          </a:prstGeom>
        </p:spPr>
      </p:pic>
      <p:pic>
        <p:nvPicPr>
          <p:cNvPr id="11" name="@png2x_girl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343773" y="179"/>
            <a:ext cx="4846068" cy="6857643"/>
          </a:xfrm>
          <a:prstGeom prst="rect">
            <a:avLst/>
          </a:prstGeom>
        </p:spPr>
      </p:pic>
      <p:pic>
        <p:nvPicPr>
          <p:cNvPr id="12" name="@png2x_sp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524" y="420781"/>
            <a:ext cx="877778" cy="14721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4"/>
            </p:custDataLst>
          </p:nvPr>
        </p:nvSpPr>
        <p:spPr>
          <a:xfrm>
            <a:off x="2461305" y="1460651"/>
            <a:ext cx="6742795" cy="3745377"/>
          </a:xfrm>
        </p:spPr>
        <p:txBody>
          <a:bodyPr tIns="215900" anchor="ctr"/>
          <a:lstStyle>
            <a:lvl1pPr algn="l">
              <a:defRPr sz="5400" b="1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5"/>
            </p:custDataLst>
          </p:nvPr>
        </p:nvSpPr>
        <p:spPr>
          <a:xfrm>
            <a:off x="1180346" y="1460651"/>
            <a:ext cx="947602" cy="3745377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6000" b="1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4"/>
            <p:custDataLst>
              <p:tags r:id="rId16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5"/>
            <p:custDataLst>
              <p:tags r:id="rId1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6"/>
            <p:custDataLst>
              <p:tags r:id="rId1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8464" y="1244714"/>
            <a:ext cx="5321023" cy="4927343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1879" y="1244714"/>
            <a:ext cx="5321023" cy="4927343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8470" y="266867"/>
            <a:ext cx="10794524" cy="863562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8464" y="1244714"/>
            <a:ext cx="5298799" cy="53972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8464" y="1953337"/>
            <a:ext cx="5298799" cy="4221895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1879" y="1244714"/>
            <a:ext cx="5321658" cy="53972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1879" y="1953337"/>
            <a:ext cx="5321658" cy="4221895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8470" y="1244724"/>
            <a:ext cx="10794524" cy="4927383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8470" y="266867"/>
            <a:ext cx="10794524" cy="863562"/>
          </a:xfrm>
        </p:spPr>
        <p:txBody>
          <a:bodyPr/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8470" y="1244724"/>
            <a:ext cx="10794524" cy="575970"/>
          </a:xfrm>
        </p:spPr>
        <p:txBody>
          <a:bodyPr anchor="t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@png2x_bg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24" y="179"/>
            <a:ext cx="12189841" cy="6846975"/>
          </a:xfrm>
          <a:prstGeom prst="rect">
            <a:avLst/>
          </a:prstGeom>
        </p:spPr>
      </p:pic>
      <p:sp>
        <p:nvSpPr>
          <p:cNvPr id="12" name="任意多边形: 形状 11"/>
          <p:cNvSpPr/>
          <p:nvPr>
            <p:custDataLst>
              <p:tags r:id="rId4"/>
            </p:custDataLst>
          </p:nvPr>
        </p:nvSpPr>
        <p:spPr>
          <a:xfrm rot="10800000" flipV="1">
            <a:off x="0" y="2673600"/>
            <a:ext cx="4483461" cy="4184221"/>
          </a:xfrm>
          <a:custGeom>
            <a:avLst/>
            <a:gdLst>
              <a:gd name="connsiteX0" fmla="*/ 3372934 w 4483695"/>
              <a:gd name="connsiteY0" fmla="*/ 0 h 4184439"/>
              <a:gd name="connsiteX1" fmla="*/ 0 w 4483695"/>
              <a:gd name="connsiteY1" fmla="*/ 3377514 h 4184439"/>
              <a:gd name="connsiteX2" fmla="*/ 68526 w 4483695"/>
              <a:gd name="connsiteY2" fmla="*/ 4058201 h 4184439"/>
              <a:gd name="connsiteX3" fmla="*/ 100941 w 4483695"/>
              <a:gd name="connsiteY3" fmla="*/ 4184439 h 4184439"/>
              <a:gd name="connsiteX4" fmla="*/ 4483695 w 4483695"/>
              <a:gd name="connsiteY4" fmla="*/ 4184439 h 4184439"/>
              <a:gd name="connsiteX5" fmla="*/ 4483695 w 4483695"/>
              <a:gd name="connsiteY5" fmla="*/ 188356 h 4184439"/>
              <a:gd name="connsiteX6" fmla="*/ 4375942 w 4483695"/>
              <a:gd name="connsiteY6" fmla="*/ 151846 h 4184439"/>
              <a:gd name="connsiteX7" fmla="*/ 3372934 w 4483695"/>
              <a:gd name="connsiteY7" fmla="*/ 0 h 4184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83695" h="4184439">
                <a:moveTo>
                  <a:pt x="3372934" y="0"/>
                </a:moveTo>
                <a:cubicBezTo>
                  <a:pt x="1510114" y="0"/>
                  <a:pt x="0" y="1512164"/>
                  <a:pt x="0" y="3377514"/>
                </a:cubicBezTo>
                <a:cubicBezTo>
                  <a:pt x="0" y="3610683"/>
                  <a:pt x="23596" y="3838333"/>
                  <a:pt x="68526" y="4058201"/>
                </a:cubicBezTo>
                <a:lnTo>
                  <a:pt x="100941" y="4184439"/>
                </a:lnTo>
                <a:lnTo>
                  <a:pt x="4483695" y="4184439"/>
                </a:lnTo>
                <a:lnTo>
                  <a:pt x="4483695" y="188356"/>
                </a:lnTo>
                <a:lnTo>
                  <a:pt x="4375942" y="151846"/>
                </a:lnTo>
                <a:cubicBezTo>
                  <a:pt x="4059092" y="53162"/>
                  <a:pt x="3722213" y="0"/>
                  <a:pt x="3372934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>
                  <a:lumMod val="80000"/>
                  <a:lumOff val="2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3327096" scaled="1"/>
          </a:gradFill>
          <a:ln w="12673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cs typeface="Arial" panose="020B0604020202020204" pitchFamily="34" charset="0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5"/>
            </p:custDataLst>
          </p:nvPr>
        </p:nvSpPr>
        <p:spPr>
          <a:xfrm>
            <a:off x="1270" y="3636277"/>
            <a:ext cx="3224616" cy="3221544"/>
          </a:xfrm>
          <a:custGeom>
            <a:avLst/>
            <a:gdLst>
              <a:gd name="connsiteX0" fmla="*/ 700210 w 3224784"/>
              <a:gd name="connsiteY0" fmla="*/ 0 h 3221712"/>
              <a:gd name="connsiteX1" fmla="*/ 3224784 w 3224784"/>
              <a:gd name="connsiteY1" fmla="*/ 2524574 h 3221712"/>
              <a:gd name="connsiteX2" fmla="*/ 3173494 w 3224784"/>
              <a:gd name="connsiteY2" fmla="*/ 3033364 h 3221712"/>
              <a:gd name="connsiteX3" fmla="*/ 3125065 w 3224784"/>
              <a:gd name="connsiteY3" fmla="*/ 3221712 h 3221712"/>
              <a:gd name="connsiteX4" fmla="*/ 1749850 w 3224784"/>
              <a:gd name="connsiteY4" fmla="*/ 3221712 h 3221712"/>
              <a:gd name="connsiteX5" fmla="*/ 1779752 w 3224784"/>
              <a:gd name="connsiteY5" fmla="*/ 3179116 h 3221712"/>
              <a:gd name="connsiteX6" fmla="*/ 1962497 w 3224784"/>
              <a:gd name="connsiteY6" fmla="*/ 2524574 h 3221712"/>
              <a:gd name="connsiteX7" fmla="*/ 700210 w 3224784"/>
              <a:gd name="connsiteY7" fmla="*/ 1262287 h 3221712"/>
              <a:gd name="connsiteX8" fmla="*/ 152957 w 3224784"/>
              <a:gd name="connsiteY8" fmla="*/ 1386762 h 3221712"/>
              <a:gd name="connsiteX9" fmla="*/ 0 w 3224784"/>
              <a:gd name="connsiteY9" fmla="*/ 1474678 h 3221712"/>
              <a:gd name="connsiteX10" fmla="*/ 0 w 3224784"/>
              <a:gd name="connsiteY10" fmla="*/ 100510 h 3221712"/>
              <a:gd name="connsiteX11" fmla="*/ 191421 w 3224784"/>
              <a:gd name="connsiteY11" fmla="*/ 51291 h 3221712"/>
              <a:gd name="connsiteX12" fmla="*/ 700210 w 3224784"/>
              <a:gd name="connsiteY12" fmla="*/ 0 h 3221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24784" h="3221712">
                <a:moveTo>
                  <a:pt x="700210" y="0"/>
                </a:moveTo>
                <a:cubicBezTo>
                  <a:pt x="2094494" y="0"/>
                  <a:pt x="3224784" y="1130290"/>
                  <a:pt x="3224784" y="2524574"/>
                </a:cubicBezTo>
                <a:cubicBezTo>
                  <a:pt x="3224784" y="2698860"/>
                  <a:pt x="3207124" y="2869021"/>
                  <a:pt x="3173494" y="3033364"/>
                </a:cubicBezTo>
                <a:lnTo>
                  <a:pt x="3125065" y="3221712"/>
                </a:lnTo>
                <a:lnTo>
                  <a:pt x="1749850" y="3221712"/>
                </a:lnTo>
                <a:lnTo>
                  <a:pt x="1779752" y="3179116"/>
                </a:lnTo>
                <a:cubicBezTo>
                  <a:pt x="1895717" y="2988262"/>
                  <a:pt x="1962497" y="2764217"/>
                  <a:pt x="1962497" y="2524574"/>
                </a:cubicBezTo>
                <a:cubicBezTo>
                  <a:pt x="1962497" y="1827432"/>
                  <a:pt x="1397352" y="1262287"/>
                  <a:pt x="700210" y="1262287"/>
                </a:cubicBezTo>
                <a:cubicBezTo>
                  <a:pt x="504139" y="1262287"/>
                  <a:pt x="318509" y="1306991"/>
                  <a:pt x="152957" y="1386762"/>
                </a:cubicBezTo>
                <a:lnTo>
                  <a:pt x="0" y="1474678"/>
                </a:lnTo>
                <a:lnTo>
                  <a:pt x="0" y="100510"/>
                </a:lnTo>
                <a:lnTo>
                  <a:pt x="191421" y="51291"/>
                </a:lnTo>
                <a:cubicBezTo>
                  <a:pt x="355764" y="17661"/>
                  <a:pt x="525925" y="0"/>
                  <a:pt x="700210" y="0"/>
                </a:cubicBezTo>
                <a:close/>
              </a:path>
            </a:pathLst>
          </a:custGeom>
          <a:solidFill>
            <a:schemeClr val="bg1">
              <a:lumMod val="85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9" name="@png2x_girl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268" y="179"/>
            <a:ext cx="5623267" cy="685764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3715191" y="727851"/>
            <a:ext cx="6889391" cy="2908783"/>
          </a:xfrm>
        </p:spPr>
        <p:txBody>
          <a:bodyPr rIns="0" anchor="b" anchorCtr="0"/>
          <a:lstStyle>
            <a:lvl1pPr algn="r">
              <a:lnSpc>
                <a:spcPct val="100000"/>
              </a:lnSpc>
              <a:defRPr sz="600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3715191" y="3899511"/>
            <a:ext cx="6889391" cy="2330837"/>
          </a:xfrm>
        </p:spPr>
        <p:txBody>
          <a:bodyPr lIns="71755" rIns="36195" anchor="t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任意多边形: 形状 3"/>
          <p:cNvSpPr/>
          <p:nvPr userDrawn="1">
            <p:custDataLst>
              <p:tags r:id="rId10"/>
            </p:custDataLst>
          </p:nvPr>
        </p:nvSpPr>
        <p:spPr>
          <a:xfrm>
            <a:off x="11645293" y="456944"/>
            <a:ext cx="546072" cy="1262565"/>
          </a:xfrm>
          <a:custGeom>
            <a:avLst/>
            <a:gdLst>
              <a:gd name="connsiteX0" fmla="*/ 403445 w 403445"/>
              <a:gd name="connsiteY0" fmla="*/ 0 h 932795"/>
              <a:gd name="connsiteX1" fmla="*/ 403445 w 403445"/>
              <a:gd name="connsiteY1" fmla="*/ 228167 h 932795"/>
              <a:gd name="connsiteX2" fmla="*/ 376367 w 403445"/>
              <a:gd name="connsiteY2" fmla="*/ 236572 h 932795"/>
              <a:gd name="connsiteX3" fmla="*/ 224029 w 403445"/>
              <a:gd name="connsiteY3" fmla="*/ 466397 h 932795"/>
              <a:gd name="connsiteX4" fmla="*/ 376367 w 403445"/>
              <a:gd name="connsiteY4" fmla="*/ 696222 h 932795"/>
              <a:gd name="connsiteX5" fmla="*/ 403445 w 403445"/>
              <a:gd name="connsiteY5" fmla="*/ 704627 h 932795"/>
              <a:gd name="connsiteX6" fmla="*/ 403445 w 403445"/>
              <a:gd name="connsiteY6" fmla="*/ 932795 h 932795"/>
              <a:gd name="connsiteX7" fmla="*/ 378037 w 403445"/>
              <a:gd name="connsiteY7" fmla="*/ 930233 h 932795"/>
              <a:gd name="connsiteX8" fmla="*/ 0 w 403445"/>
              <a:gd name="connsiteY8" fmla="*/ 466397 h 932795"/>
              <a:gd name="connsiteX9" fmla="*/ 378037 w 403445"/>
              <a:gd name="connsiteY9" fmla="*/ 2561 h 9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45" h="932795">
                <a:moveTo>
                  <a:pt x="403445" y="0"/>
                </a:moveTo>
                <a:lnTo>
                  <a:pt x="403445" y="228167"/>
                </a:lnTo>
                <a:lnTo>
                  <a:pt x="376367" y="236572"/>
                </a:lnTo>
                <a:cubicBezTo>
                  <a:pt x="286845" y="274437"/>
                  <a:pt x="224029" y="363082"/>
                  <a:pt x="224029" y="466397"/>
                </a:cubicBezTo>
                <a:cubicBezTo>
                  <a:pt x="224029" y="569713"/>
                  <a:pt x="286845" y="658357"/>
                  <a:pt x="376367" y="696222"/>
                </a:cubicBezTo>
                <a:lnTo>
                  <a:pt x="403445" y="704627"/>
                </a:lnTo>
                <a:lnTo>
                  <a:pt x="403445" y="932795"/>
                </a:lnTo>
                <a:lnTo>
                  <a:pt x="378037" y="930233"/>
                </a:lnTo>
                <a:cubicBezTo>
                  <a:pt x="162292" y="886085"/>
                  <a:pt x="0" y="695194"/>
                  <a:pt x="0" y="466397"/>
                </a:cubicBezTo>
                <a:cubicBezTo>
                  <a:pt x="0" y="237600"/>
                  <a:pt x="162292" y="46709"/>
                  <a:pt x="378037" y="2561"/>
                </a:cubicBezTo>
                <a:close/>
              </a:path>
            </a:pathLst>
          </a:custGeom>
          <a:solidFill>
            <a:schemeClr val="accent5">
              <a:lumMod val="5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8"/>
            <p:custDataLst>
              <p:tags r:id="rId11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9"/>
            <p:custDataLst>
              <p:tags r:id="rId1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0"/>
            <p:custDataLst>
              <p:tags r:id="rId13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7" Type="http://schemas.openxmlformats.org/officeDocument/2006/relationships/theme" Target="../theme/theme2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9" Type="http://schemas.openxmlformats.org/officeDocument/2006/relationships/theme" Target="../theme/theme3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4" Type="http://schemas.openxmlformats.org/officeDocument/2006/relationships/theme" Target="../theme/theme4.xml"/><Relationship Id="rId23" Type="http://schemas.openxmlformats.org/officeDocument/2006/relationships/tags" Target="../tags/tag298.xml"/><Relationship Id="rId22" Type="http://schemas.openxmlformats.org/officeDocument/2006/relationships/tags" Target="../tags/tag297.xml"/><Relationship Id="rId21" Type="http://schemas.openxmlformats.org/officeDocument/2006/relationships/tags" Target="../tags/tag296.xml"/><Relationship Id="rId20" Type="http://schemas.openxmlformats.org/officeDocument/2006/relationships/tags" Target="../tags/tag295.xml"/><Relationship Id="rId2" Type="http://schemas.openxmlformats.org/officeDocument/2006/relationships/slideLayout" Target="../slideLayouts/slideLayout35.xml"/><Relationship Id="rId19" Type="http://schemas.openxmlformats.org/officeDocument/2006/relationships/tags" Target="../tags/tag294.xml"/><Relationship Id="rId18" Type="http://schemas.openxmlformats.org/officeDocument/2006/relationships/tags" Target="../tags/tag293.xml"/><Relationship Id="rId17" Type="http://schemas.openxmlformats.org/officeDocument/2006/relationships/image" Target="../media/image14.svg"/><Relationship Id="rId16" Type="http://schemas.openxmlformats.org/officeDocument/2006/relationships/image" Target="../media/image13.png"/><Relationship Id="rId15" Type="http://schemas.openxmlformats.org/officeDocument/2006/relationships/tags" Target="../tags/tag292.xml"/><Relationship Id="rId14" Type="http://schemas.openxmlformats.org/officeDocument/2006/relationships/tags" Target="../tags/tag291.xml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9" Type="http://schemas.openxmlformats.org/officeDocument/2006/relationships/theme" Target="../theme/theme5.xml"/><Relationship Id="rId18" Type="http://schemas.openxmlformats.org/officeDocument/2006/relationships/tags" Target="../tags/tag372.xml"/><Relationship Id="rId17" Type="http://schemas.openxmlformats.org/officeDocument/2006/relationships/tags" Target="../tags/tag371.xml"/><Relationship Id="rId16" Type="http://schemas.openxmlformats.org/officeDocument/2006/relationships/tags" Target="../tags/tag370.xml"/><Relationship Id="rId15" Type="http://schemas.openxmlformats.org/officeDocument/2006/relationships/tags" Target="../tags/tag369.xml"/><Relationship Id="rId14" Type="http://schemas.openxmlformats.org/officeDocument/2006/relationships/tags" Target="../tags/tag368.xml"/><Relationship Id="rId13" Type="http://schemas.openxmlformats.org/officeDocument/2006/relationships/tags" Target="../tags/tag367.xml"/><Relationship Id="rId12" Type="http://schemas.openxmlformats.org/officeDocument/2006/relationships/tags" Target="../tags/tag366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9" Type="http://schemas.openxmlformats.org/officeDocument/2006/relationships/tags" Target="../tags/tag459.xml"/><Relationship Id="rId18" Type="http://schemas.openxmlformats.org/officeDocument/2006/relationships/tags" Target="../tags/tag458.xml"/><Relationship Id="rId17" Type="http://schemas.openxmlformats.org/officeDocument/2006/relationships/tags" Target="../tags/tag457.xml"/><Relationship Id="rId16" Type="http://schemas.openxmlformats.org/officeDocument/2006/relationships/tags" Target="../tags/tag456.xml"/><Relationship Id="rId15" Type="http://schemas.openxmlformats.org/officeDocument/2006/relationships/tags" Target="../tags/tag455.xml"/><Relationship Id="rId14" Type="http://schemas.openxmlformats.org/officeDocument/2006/relationships/tags" Target="../tags/tag454.xml"/><Relationship Id="rId13" Type="http://schemas.openxmlformats.org/officeDocument/2006/relationships/tags" Target="../tags/tag453.xml"/><Relationship Id="rId12" Type="http://schemas.openxmlformats.org/officeDocument/2006/relationships/tags" Target="../tags/tag452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764" y="360000"/>
            <a:ext cx="10799438" cy="7200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4763" y="1266825"/>
            <a:ext cx="10799437" cy="49107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4763" y="6356350"/>
            <a:ext cx="28864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152" y="6356350"/>
            <a:ext cx="2884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12"/>
            </p:custDataLst>
          </p:nvPr>
        </p:nvSpPr>
        <p:spPr>
          <a:xfrm>
            <a:off x="4158" y="6498000"/>
            <a:ext cx="12187207" cy="360000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0"/>
                </a:schemeClr>
              </a:gs>
              <a:gs pos="20000">
                <a:schemeClr val="bg2">
                  <a:lumMod val="9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txBody>
          <a:bodyPr wrap="square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endParaRPr lang="en-US" sz="1200">
              <a:solidFill>
                <a:srgbClr val="10294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2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2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527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任意多边形: 形状 7"/>
          <p:cNvSpPr/>
          <p:nvPr>
            <p:custDataLst>
              <p:tags r:id="rId18"/>
            </p:custDataLst>
          </p:nvPr>
        </p:nvSpPr>
        <p:spPr>
          <a:xfrm>
            <a:off x="0" y="0"/>
            <a:ext cx="990548" cy="800172"/>
          </a:xfrm>
          <a:custGeom>
            <a:avLst/>
            <a:gdLst>
              <a:gd name="connsiteX0" fmla="*/ 1132267 w 1718127"/>
              <a:gd name="connsiteY0" fmla="*/ 0 h 1387843"/>
              <a:gd name="connsiteX1" fmla="*/ 1718127 w 1718127"/>
              <a:gd name="connsiteY1" fmla="*/ 0 h 1387843"/>
              <a:gd name="connsiteX2" fmla="*/ 1703342 w 1718127"/>
              <a:gd name="connsiteY2" fmla="*/ 96877 h 1387843"/>
              <a:gd name="connsiteX3" fmla="*/ 119381 w 1718127"/>
              <a:gd name="connsiteY3" fmla="*/ 1387843 h 1387843"/>
              <a:gd name="connsiteX4" fmla="*/ 0 w 1718127"/>
              <a:gd name="connsiteY4" fmla="*/ 1381815 h 1387843"/>
              <a:gd name="connsiteX5" fmla="*/ 0 w 1718127"/>
              <a:gd name="connsiteY5" fmla="*/ 802689 h 1387843"/>
              <a:gd name="connsiteX6" fmla="*/ 13147 w 1718127"/>
              <a:gd name="connsiteY6" fmla="*/ 804696 h 1387843"/>
              <a:gd name="connsiteX7" fmla="*/ 119381 w 1718127"/>
              <a:gd name="connsiteY7" fmla="*/ 810060 h 1387843"/>
              <a:gd name="connsiteX8" fmla="*/ 1111694 w 1718127"/>
              <a:gd name="connsiteY8" fmla="*/ 80008 h 1387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8127" h="1387843">
                <a:moveTo>
                  <a:pt x="1132267" y="0"/>
                </a:moveTo>
                <a:lnTo>
                  <a:pt x="1718127" y="0"/>
                </a:lnTo>
                <a:lnTo>
                  <a:pt x="1703342" y="96877"/>
                </a:lnTo>
                <a:cubicBezTo>
                  <a:pt x="1552581" y="833630"/>
                  <a:pt x="900703" y="1387843"/>
                  <a:pt x="119381" y="1387843"/>
                </a:cubicBezTo>
                <a:lnTo>
                  <a:pt x="0" y="1381815"/>
                </a:lnTo>
                <a:lnTo>
                  <a:pt x="0" y="802689"/>
                </a:lnTo>
                <a:lnTo>
                  <a:pt x="13147" y="804696"/>
                </a:lnTo>
                <a:cubicBezTo>
                  <a:pt x="48076" y="808243"/>
                  <a:pt x="83516" y="810060"/>
                  <a:pt x="119381" y="810060"/>
                </a:cubicBezTo>
                <a:cubicBezTo>
                  <a:pt x="585624" y="810060"/>
                  <a:pt x="980142" y="502963"/>
                  <a:pt x="1111694" y="80008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2">
                  <a:lumMod val="90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0" y="0"/>
            <a:ext cx="12191365" cy="6858000"/>
          </a:xfrm>
          <a:prstGeom prst="rect">
            <a:avLst/>
          </a:prstGeom>
          <a:gradFill flip="none" rotWithShape="1">
            <a:gsLst>
              <a:gs pos="6422">
                <a:schemeClr val="accent1">
                  <a:lumMod val="20000"/>
                  <a:lumOff val="80000"/>
                </a:schemeClr>
              </a:gs>
              <a:gs pos="53000">
                <a:schemeClr val="bg2"/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任意多边形: 形状 8"/>
          <p:cNvSpPr/>
          <p:nvPr>
            <p:custDataLst>
              <p:tags r:id="rId13"/>
            </p:custDataLst>
          </p:nvPr>
        </p:nvSpPr>
        <p:spPr>
          <a:xfrm flipH="1" flipV="1">
            <a:off x="9257822" y="3925701"/>
            <a:ext cx="2933543" cy="2932298"/>
          </a:xfrm>
          <a:custGeom>
            <a:avLst/>
            <a:gdLst>
              <a:gd name="connsiteX0" fmla="*/ 0 w 1556484"/>
              <a:gd name="connsiteY0" fmla="*/ 0 h 1555743"/>
              <a:gd name="connsiteX1" fmla="*/ 1556484 w 1556484"/>
              <a:gd name="connsiteY1" fmla="*/ 0 h 1555743"/>
              <a:gd name="connsiteX2" fmla="*/ 1548919 w 1556484"/>
              <a:gd name="connsiteY2" fmla="*/ 149820 h 1555743"/>
              <a:gd name="connsiteX3" fmla="*/ 150601 w 1556484"/>
              <a:gd name="connsiteY3" fmla="*/ 1548138 h 1555743"/>
              <a:gd name="connsiteX4" fmla="*/ 0 w 1556484"/>
              <a:gd name="connsiteY4" fmla="*/ 1555743 h 155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6484" h="1555743">
                <a:moveTo>
                  <a:pt x="0" y="0"/>
                </a:moveTo>
                <a:lnTo>
                  <a:pt x="1556484" y="0"/>
                </a:lnTo>
                <a:lnTo>
                  <a:pt x="1548919" y="149820"/>
                </a:lnTo>
                <a:cubicBezTo>
                  <a:pt x="1474043" y="887113"/>
                  <a:pt x="887894" y="1473262"/>
                  <a:pt x="150601" y="1548138"/>
                </a:cubicBezTo>
                <a:lnTo>
                  <a:pt x="0" y="1555743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7000">
                <a:schemeClr val="accent1">
                  <a:alpha val="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1" y="0"/>
            <a:ext cx="12191363" cy="6369977"/>
          </a:xfrm>
          <a:prstGeom prst="rect">
            <a:avLst/>
          </a:prstGeom>
          <a:gradFill flip="none" rotWithShape="1">
            <a:gsLst>
              <a:gs pos="39000">
                <a:schemeClr val="bg2"/>
              </a:gs>
              <a:gs pos="97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12" name="图形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V="1">
            <a:off x="11251615" y="4613195"/>
            <a:ext cx="939750" cy="224480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18"/>
            </p:custDataLst>
          </p:nvPr>
        </p:nvSpPr>
        <p:spPr>
          <a:xfrm>
            <a:off x="1" y="-13335"/>
            <a:ext cx="12191363" cy="636997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15000"/>
                </a:schemeClr>
              </a:gs>
              <a:gs pos="53000">
                <a:schemeClr val="bg2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2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527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9592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95924" y="1301749"/>
            <a:ext cx="10799438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>
            <p:custDataLst>
              <p:tags r:id="rId12"/>
            </p:custDataLst>
          </p:nvPr>
        </p:nvSpPr>
        <p:spPr>
          <a:xfrm>
            <a:off x="10496765" y="0"/>
            <a:ext cx="1691552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>
            <p:custDataLst>
              <p:tags r:id="rId13"/>
            </p:custDataLst>
          </p:nvPr>
        </p:nvSpPr>
        <p:spPr>
          <a:xfrm>
            <a:off x="905209" y="5687568"/>
            <a:ext cx="2715627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764" y="360000"/>
            <a:ext cx="10799438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764" y="1364400"/>
            <a:ext cx="10799438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76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390" y="6356350"/>
            <a:ext cx="411458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144" y="6356350"/>
            <a:ext cx="2743057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 userDrawn="1">
            <p:custDataLst>
              <p:tags r:id="rId12"/>
            </p:custDataLst>
          </p:nvPr>
        </p:nvSpPr>
        <p:spPr>
          <a:xfrm>
            <a:off x="1524" y="5651894"/>
            <a:ext cx="1731934" cy="1205927"/>
          </a:xfrm>
          <a:custGeom>
            <a:avLst/>
            <a:gdLst>
              <a:gd name="connsiteX0" fmla="*/ 0 w 1732024"/>
              <a:gd name="connsiteY0" fmla="*/ 0 h 1205990"/>
              <a:gd name="connsiteX1" fmla="*/ 110370 w 1732024"/>
              <a:gd name="connsiteY1" fmla="*/ 16849 h 1205990"/>
              <a:gd name="connsiteX2" fmla="*/ 1627247 w 1732024"/>
              <a:gd name="connsiteY2" fmla="*/ 1033478 h 1205990"/>
              <a:gd name="connsiteX3" fmla="*/ 1732024 w 1732024"/>
              <a:gd name="connsiteY3" fmla="*/ 1205990 h 1205990"/>
              <a:gd name="connsiteX4" fmla="*/ 0 w 1732024"/>
              <a:gd name="connsiteY4" fmla="*/ 1205990 h 1205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2024" h="1205990">
                <a:moveTo>
                  <a:pt x="0" y="0"/>
                </a:moveTo>
                <a:lnTo>
                  <a:pt x="110370" y="16849"/>
                </a:lnTo>
                <a:cubicBezTo>
                  <a:pt x="739639" y="145648"/>
                  <a:pt x="1279817" y="519086"/>
                  <a:pt x="1627247" y="1033478"/>
                </a:cubicBezTo>
                <a:lnTo>
                  <a:pt x="1732024" y="1205990"/>
                </a:lnTo>
                <a:lnTo>
                  <a:pt x="0" y="120599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0000">
                <a:schemeClr val="accent1">
                  <a:lumMod val="80000"/>
                  <a:lumOff val="2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3327094" scaled="1"/>
          </a:gra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pPr defTabSz="914400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8464" y="266867"/>
            <a:ext cx="10794524" cy="86356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8464" y="1244714"/>
            <a:ext cx="10794524" cy="492738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8470" y="6337149"/>
            <a:ext cx="2895472" cy="3555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390" y="6337149"/>
            <a:ext cx="4114586" cy="3555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597515" y="6337149"/>
            <a:ext cx="2895472" cy="3555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任意多边形: 形状 9"/>
          <p:cNvSpPr/>
          <p:nvPr userDrawn="1">
            <p:custDataLst>
              <p:tags r:id="rId18"/>
            </p:custDataLst>
          </p:nvPr>
        </p:nvSpPr>
        <p:spPr>
          <a:xfrm>
            <a:off x="11786417" y="742504"/>
            <a:ext cx="403424" cy="932746"/>
          </a:xfrm>
          <a:custGeom>
            <a:avLst/>
            <a:gdLst>
              <a:gd name="connsiteX0" fmla="*/ 403445 w 403445"/>
              <a:gd name="connsiteY0" fmla="*/ 0 h 932795"/>
              <a:gd name="connsiteX1" fmla="*/ 403445 w 403445"/>
              <a:gd name="connsiteY1" fmla="*/ 228167 h 932795"/>
              <a:gd name="connsiteX2" fmla="*/ 376367 w 403445"/>
              <a:gd name="connsiteY2" fmla="*/ 236572 h 932795"/>
              <a:gd name="connsiteX3" fmla="*/ 224029 w 403445"/>
              <a:gd name="connsiteY3" fmla="*/ 466397 h 932795"/>
              <a:gd name="connsiteX4" fmla="*/ 376367 w 403445"/>
              <a:gd name="connsiteY4" fmla="*/ 696222 h 932795"/>
              <a:gd name="connsiteX5" fmla="*/ 403445 w 403445"/>
              <a:gd name="connsiteY5" fmla="*/ 704627 h 932795"/>
              <a:gd name="connsiteX6" fmla="*/ 403445 w 403445"/>
              <a:gd name="connsiteY6" fmla="*/ 932795 h 932795"/>
              <a:gd name="connsiteX7" fmla="*/ 378037 w 403445"/>
              <a:gd name="connsiteY7" fmla="*/ 930233 h 932795"/>
              <a:gd name="connsiteX8" fmla="*/ 0 w 403445"/>
              <a:gd name="connsiteY8" fmla="*/ 466397 h 932795"/>
              <a:gd name="connsiteX9" fmla="*/ 378037 w 403445"/>
              <a:gd name="connsiteY9" fmla="*/ 2561 h 9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45" h="932795">
                <a:moveTo>
                  <a:pt x="403445" y="0"/>
                </a:moveTo>
                <a:lnTo>
                  <a:pt x="403445" y="228167"/>
                </a:lnTo>
                <a:lnTo>
                  <a:pt x="376367" y="236572"/>
                </a:lnTo>
                <a:cubicBezTo>
                  <a:pt x="286845" y="274437"/>
                  <a:pt x="224029" y="363082"/>
                  <a:pt x="224029" y="466397"/>
                </a:cubicBezTo>
                <a:cubicBezTo>
                  <a:pt x="224029" y="569713"/>
                  <a:pt x="286845" y="658357"/>
                  <a:pt x="376367" y="696222"/>
                </a:cubicBezTo>
                <a:lnTo>
                  <a:pt x="403445" y="704627"/>
                </a:lnTo>
                <a:lnTo>
                  <a:pt x="403445" y="932795"/>
                </a:lnTo>
                <a:lnTo>
                  <a:pt x="378037" y="930233"/>
                </a:lnTo>
                <a:cubicBezTo>
                  <a:pt x="162292" y="886085"/>
                  <a:pt x="0" y="695194"/>
                  <a:pt x="0" y="466397"/>
                </a:cubicBezTo>
                <a:cubicBezTo>
                  <a:pt x="0" y="237600"/>
                  <a:pt x="162292" y="46709"/>
                  <a:pt x="378037" y="25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/>
            <a:endParaRPr lang="en-US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179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汉仪书宋二简" panose="020206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汉仪书宋二简" panose="020206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汉仪书宋二简" panose="020206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1">
              <a:lumMod val="75000"/>
              <a:lumOff val="25000"/>
            </a:schemeClr>
          </a:solidFill>
          <a:latin typeface="+mn-ea"/>
          <a:ea typeface="+mn-ea"/>
          <a:cs typeface="汉仪书宋二简" panose="020206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67.xml"/><Relationship Id="rId8" Type="http://schemas.openxmlformats.org/officeDocument/2006/relationships/tags" Target="../tags/tag466.xml"/><Relationship Id="rId7" Type="http://schemas.openxmlformats.org/officeDocument/2006/relationships/tags" Target="../tags/tag465.xml"/><Relationship Id="rId6" Type="http://schemas.openxmlformats.org/officeDocument/2006/relationships/tags" Target="../tags/tag464.xml"/><Relationship Id="rId5" Type="http://schemas.openxmlformats.org/officeDocument/2006/relationships/tags" Target="../tags/tag463.xml"/><Relationship Id="rId4" Type="http://schemas.openxmlformats.org/officeDocument/2006/relationships/tags" Target="../tags/tag462.xml"/><Relationship Id="rId3" Type="http://schemas.openxmlformats.org/officeDocument/2006/relationships/tags" Target="../tags/tag461.xml"/><Relationship Id="rId23" Type="http://schemas.openxmlformats.org/officeDocument/2006/relationships/slideLayout" Target="../slideLayouts/slideLayout63.xml"/><Relationship Id="rId22" Type="http://schemas.openxmlformats.org/officeDocument/2006/relationships/tags" Target="../tags/tag480.xml"/><Relationship Id="rId21" Type="http://schemas.openxmlformats.org/officeDocument/2006/relationships/tags" Target="../tags/tag479.xml"/><Relationship Id="rId20" Type="http://schemas.openxmlformats.org/officeDocument/2006/relationships/tags" Target="../tags/tag478.xml"/><Relationship Id="rId2" Type="http://schemas.openxmlformats.org/officeDocument/2006/relationships/tags" Target="../tags/tag460.xml"/><Relationship Id="rId19" Type="http://schemas.openxmlformats.org/officeDocument/2006/relationships/tags" Target="../tags/tag477.xml"/><Relationship Id="rId18" Type="http://schemas.openxmlformats.org/officeDocument/2006/relationships/tags" Target="../tags/tag476.xml"/><Relationship Id="rId17" Type="http://schemas.openxmlformats.org/officeDocument/2006/relationships/tags" Target="../tags/tag475.xml"/><Relationship Id="rId16" Type="http://schemas.openxmlformats.org/officeDocument/2006/relationships/tags" Target="../tags/tag474.xml"/><Relationship Id="rId15" Type="http://schemas.openxmlformats.org/officeDocument/2006/relationships/tags" Target="../tags/tag473.xml"/><Relationship Id="rId14" Type="http://schemas.openxmlformats.org/officeDocument/2006/relationships/tags" Target="../tags/tag472.xml"/><Relationship Id="rId13" Type="http://schemas.openxmlformats.org/officeDocument/2006/relationships/tags" Target="../tags/tag471.xml"/><Relationship Id="rId12" Type="http://schemas.openxmlformats.org/officeDocument/2006/relationships/tags" Target="../tags/tag470.xml"/><Relationship Id="rId11" Type="http://schemas.openxmlformats.org/officeDocument/2006/relationships/tags" Target="../tags/tag469.xml"/><Relationship Id="rId10" Type="http://schemas.openxmlformats.org/officeDocument/2006/relationships/tags" Target="../tags/tag468.xml"/><Relationship Id="rId1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88.xml"/><Relationship Id="rId8" Type="http://schemas.openxmlformats.org/officeDocument/2006/relationships/tags" Target="../tags/tag487.xml"/><Relationship Id="rId7" Type="http://schemas.openxmlformats.org/officeDocument/2006/relationships/tags" Target="../tags/tag486.xml"/><Relationship Id="rId6" Type="http://schemas.openxmlformats.org/officeDocument/2006/relationships/tags" Target="../tags/tag485.xml"/><Relationship Id="rId5" Type="http://schemas.openxmlformats.org/officeDocument/2006/relationships/tags" Target="../tags/tag484.xml"/><Relationship Id="rId4" Type="http://schemas.openxmlformats.org/officeDocument/2006/relationships/tags" Target="../tags/tag483.xml"/><Relationship Id="rId3" Type="http://schemas.openxmlformats.org/officeDocument/2006/relationships/tags" Target="../tags/tag482.xml"/><Relationship Id="rId2" Type="http://schemas.openxmlformats.org/officeDocument/2006/relationships/tags" Target="../tags/tag481.xml"/><Relationship Id="rId14" Type="http://schemas.openxmlformats.org/officeDocument/2006/relationships/slideLayout" Target="../slideLayouts/slideLayout62.xml"/><Relationship Id="rId13" Type="http://schemas.openxmlformats.org/officeDocument/2006/relationships/tags" Target="../tags/tag492.xml"/><Relationship Id="rId12" Type="http://schemas.openxmlformats.org/officeDocument/2006/relationships/tags" Target="../tags/tag491.xml"/><Relationship Id="rId11" Type="http://schemas.openxmlformats.org/officeDocument/2006/relationships/tags" Target="../tags/tag490.xml"/><Relationship Id="rId10" Type="http://schemas.openxmlformats.org/officeDocument/2006/relationships/tags" Target="../tags/tag489.xml"/><Relationship Id="rId1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00.xml"/><Relationship Id="rId8" Type="http://schemas.openxmlformats.org/officeDocument/2006/relationships/tags" Target="../tags/tag499.xml"/><Relationship Id="rId7" Type="http://schemas.openxmlformats.org/officeDocument/2006/relationships/tags" Target="../tags/tag498.xml"/><Relationship Id="rId6" Type="http://schemas.openxmlformats.org/officeDocument/2006/relationships/tags" Target="../tags/tag497.xml"/><Relationship Id="rId5" Type="http://schemas.openxmlformats.org/officeDocument/2006/relationships/tags" Target="../tags/tag496.xml"/><Relationship Id="rId4" Type="http://schemas.openxmlformats.org/officeDocument/2006/relationships/tags" Target="../tags/tag495.xml"/><Relationship Id="rId3" Type="http://schemas.openxmlformats.org/officeDocument/2006/relationships/tags" Target="../tags/tag494.xml"/><Relationship Id="rId2" Type="http://schemas.openxmlformats.org/officeDocument/2006/relationships/tags" Target="../tags/tag493.xml"/><Relationship Id="rId18" Type="http://schemas.openxmlformats.org/officeDocument/2006/relationships/slideLayout" Target="../slideLayouts/slideLayout57.xml"/><Relationship Id="rId17" Type="http://schemas.openxmlformats.org/officeDocument/2006/relationships/tags" Target="../tags/tag508.xml"/><Relationship Id="rId16" Type="http://schemas.openxmlformats.org/officeDocument/2006/relationships/tags" Target="../tags/tag507.xml"/><Relationship Id="rId15" Type="http://schemas.openxmlformats.org/officeDocument/2006/relationships/tags" Target="../tags/tag506.xml"/><Relationship Id="rId14" Type="http://schemas.openxmlformats.org/officeDocument/2006/relationships/tags" Target="../tags/tag505.xml"/><Relationship Id="rId13" Type="http://schemas.openxmlformats.org/officeDocument/2006/relationships/tags" Target="../tags/tag504.xml"/><Relationship Id="rId12" Type="http://schemas.openxmlformats.org/officeDocument/2006/relationships/tags" Target="../tags/tag503.xml"/><Relationship Id="rId11" Type="http://schemas.openxmlformats.org/officeDocument/2006/relationships/tags" Target="../tags/tag502.xml"/><Relationship Id="rId10" Type="http://schemas.openxmlformats.org/officeDocument/2006/relationships/tags" Target="../tags/tag501.xml"/><Relationship Id="rId1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16.xml"/><Relationship Id="rId8" Type="http://schemas.openxmlformats.org/officeDocument/2006/relationships/tags" Target="../tags/tag515.xml"/><Relationship Id="rId7" Type="http://schemas.openxmlformats.org/officeDocument/2006/relationships/tags" Target="../tags/tag514.xml"/><Relationship Id="rId6" Type="http://schemas.openxmlformats.org/officeDocument/2006/relationships/tags" Target="../tags/tag513.xml"/><Relationship Id="rId5" Type="http://schemas.openxmlformats.org/officeDocument/2006/relationships/tags" Target="../tags/tag512.xml"/><Relationship Id="rId4" Type="http://schemas.openxmlformats.org/officeDocument/2006/relationships/tags" Target="../tags/tag511.xml"/><Relationship Id="rId3" Type="http://schemas.openxmlformats.org/officeDocument/2006/relationships/tags" Target="../tags/tag510.xml"/><Relationship Id="rId2" Type="http://schemas.openxmlformats.org/officeDocument/2006/relationships/tags" Target="../tags/tag509.xml"/><Relationship Id="rId15" Type="http://schemas.openxmlformats.org/officeDocument/2006/relationships/slideLayout" Target="../slideLayouts/slideLayout62.xml"/><Relationship Id="rId14" Type="http://schemas.openxmlformats.org/officeDocument/2006/relationships/tags" Target="../tags/tag521.xml"/><Relationship Id="rId13" Type="http://schemas.openxmlformats.org/officeDocument/2006/relationships/tags" Target="../tags/tag520.xml"/><Relationship Id="rId12" Type="http://schemas.openxmlformats.org/officeDocument/2006/relationships/tags" Target="../tags/tag519.xml"/><Relationship Id="rId11" Type="http://schemas.openxmlformats.org/officeDocument/2006/relationships/tags" Target="../tags/tag518.xml"/><Relationship Id="rId10" Type="http://schemas.openxmlformats.org/officeDocument/2006/relationships/tags" Target="../tags/tag517.xml"/><Relationship Id="rId1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29.xml"/><Relationship Id="rId8" Type="http://schemas.openxmlformats.org/officeDocument/2006/relationships/tags" Target="../tags/tag528.xml"/><Relationship Id="rId7" Type="http://schemas.openxmlformats.org/officeDocument/2006/relationships/tags" Target="../tags/tag527.xml"/><Relationship Id="rId6" Type="http://schemas.openxmlformats.org/officeDocument/2006/relationships/tags" Target="../tags/tag526.xml"/><Relationship Id="rId5" Type="http://schemas.openxmlformats.org/officeDocument/2006/relationships/tags" Target="../tags/tag525.xml"/><Relationship Id="rId4" Type="http://schemas.openxmlformats.org/officeDocument/2006/relationships/tags" Target="../tags/tag524.xml"/><Relationship Id="rId3" Type="http://schemas.openxmlformats.org/officeDocument/2006/relationships/tags" Target="../tags/tag523.xml"/><Relationship Id="rId2" Type="http://schemas.openxmlformats.org/officeDocument/2006/relationships/tags" Target="../tags/tag522.xml"/><Relationship Id="rId17" Type="http://schemas.openxmlformats.org/officeDocument/2006/relationships/slideLayout" Target="../slideLayouts/slideLayout62.xml"/><Relationship Id="rId16" Type="http://schemas.openxmlformats.org/officeDocument/2006/relationships/tags" Target="../tags/tag536.xml"/><Relationship Id="rId15" Type="http://schemas.openxmlformats.org/officeDocument/2006/relationships/tags" Target="../tags/tag535.xml"/><Relationship Id="rId14" Type="http://schemas.openxmlformats.org/officeDocument/2006/relationships/tags" Target="../tags/tag534.xml"/><Relationship Id="rId13" Type="http://schemas.openxmlformats.org/officeDocument/2006/relationships/tags" Target="../tags/tag533.xml"/><Relationship Id="rId12" Type="http://schemas.openxmlformats.org/officeDocument/2006/relationships/tags" Target="../tags/tag532.xml"/><Relationship Id="rId11" Type="http://schemas.openxmlformats.org/officeDocument/2006/relationships/tags" Target="../tags/tag531.xml"/><Relationship Id="rId10" Type="http://schemas.openxmlformats.org/officeDocument/2006/relationships/tags" Target="../tags/tag530.xml"/><Relationship Id="rId1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" Type="http://schemas.openxmlformats.org/officeDocument/2006/relationships/tags" Target="../tags/tag539.xml"/><Relationship Id="rId3" Type="http://schemas.openxmlformats.org/officeDocument/2006/relationships/tags" Target="../tags/tag538.xml"/><Relationship Id="rId2" Type="http://schemas.openxmlformats.org/officeDocument/2006/relationships/tags" Target="../tags/tag537.xml"/><Relationship Id="rId12" Type="http://schemas.openxmlformats.org/officeDocument/2006/relationships/slideLayout" Target="../slideLayouts/slideLayout5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7.xml"/><Relationship Id="rId5" Type="http://schemas.openxmlformats.org/officeDocument/2006/relationships/tags" Target="../tags/tag549.xml"/><Relationship Id="rId4" Type="http://schemas.openxmlformats.org/officeDocument/2006/relationships/hyperlink" Target="https://styleorbit.netlify.app/" TargetMode="External"/><Relationship Id="rId3" Type="http://schemas.openxmlformats.org/officeDocument/2006/relationships/tags" Target="../tags/tag548.xml"/><Relationship Id="rId2" Type="http://schemas.openxmlformats.org/officeDocument/2006/relationships/tags" Target="../tags/tag547.xml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57.xml"/><Relationship Id="rId8" Type="http://schemas.openxmlformats.org/officeDocument/2006/relationships/tags" Target="../tags/tag556.xml"/><Relationship Id="rId7" Type="http://schemas.openxmlformats.org/officeDocument/2006/relationships/tags" Target="../tags/tag555.xml"/><Relationship Id="rId6" Type="http://schemas.openxmlformats.org/officeDocument/2006/relationships/tags" Target="../tags/tag554.xml"/><Relationship Id="rId5" Type="http://schemas.openxmlformats.org/officeDocument/2006/relationships/tags" Target="../tags/tag553.xml"/><Relationship Id="rId4" Type="http://schemas.openxmlformats.org/officeDocument/2006/relationships/tags" Target="../tags/tag552.xml"/><Relationship Id="rId3" Type="http://schemas.openxmlformats.org/officeDocument/2006/relationships/tags" Target="../tags/tag551.xml"/><Relationship Id="rId2" Type="http://schemas.openxmlformats.org/officeDocument/2006/relationships/tags" Target="../tags/tag550.xml"/><Relationship Id="rId11" Type="http://schemas.openxmlformats.org/officeDocument/2006/relationships/slideLayout" Target="../slideLayouts/slideLayout66.xml"/><Relationship Id="rId10" Type="http://schemas.openxmlformats.org/officeDocument/2006/relationships/tags" Target="../tags/tag558.xml"/><Relationship Id="rId1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tGPT Image Sep 19, 2026, 01_24_12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731520" y="1468120"/>
            <a:ext cx="6858000" cy="675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4000" b="0" i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Algerian" panose="04020705040A02060702" charset="0"/>
                <a:cs typeface="Algerian" panose="04020705040A02060702" charset="0"/>
              </a:rPr>
              <a:t>STYLEORBIT</a:t>
            </a:r>
            <a:endParaRPr sz="4000" b="0" i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749808" y="2269173"/>
            <a:ext cx="5943600" cy="44513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800" b="0" i="1">
                <a:solidFill>
                  <a:schemeClr val="tx1"/>
                </a:solidFill>
                <a:latin typeface="Forte" panose="03060902040502070203" charset="0"/>
                <a:cs typeface="Forte" panose="03060902040502070203" charset="0"/>
              </a:rPr>
              <a:t>Fashion Discovery Website</a:t>
            </a:r>
            <a:endParaRPr sz="2800" b="0" i="1">
              <a:solidFill>
                <a:schemeClr val="tx1"/>
              </a:solidFill>
              <a:latin typeface="Forte" panose="03060902040502070203" charset="0"/>
              <a:cs typeface="Forte" panose="03060902040502070203" charset="0"/>
            </a:endParaRPr>
          </a:p>
        </p:txBody>
      </p:sp>
      <p:sp>
        <p:nvSpPr>
          <p:cNvPr id="5" name="Rectangle 4"/>
          <p:cNvSpPr/>
          <p:nvPr>
            <p:custDataLst>
              <p:tags r:id="rId4"/>
            </p:custDataLst>
          </p:nvPr>
        </p:nvSpPr>
        <p:spPr>
          <a:xfrm>
            <a:off x="749808" y="2907792"/>
            <a:ext cx="566928" cy="320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626110" y="2947035"/>
            <a:ext cx="6766560" cy="98742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b="0" i="0">
                <a:solidFill>
                  <a:schemeClr val="tx1"/>
                </a:solidFill>
                <a:latin typeface="Bauhaus 93" panose="04030905020B02020C02" charset="0"/>
                <a:cs typeface="Bauhaus 93" panose="04030905020B02020C02" charset="0"/>
              </a:rPr>
              <a:t>Discover Your Style </a:t>
            </a:r>
            <a:endParaRPr sz="2000" b="0" i="0">
              <a:solidFill>
                <a:schemeClr val="tx1"/>
              </a:solidFill>
              <a:latin typeface="Bauhaus 93" panose="04030905020B02020C02" charset="0"/>
              <a:cs typeface="Bauhaus 93" panose="04030905020B02020C02" charset="0"/>
            </a:endParaRPr>
          </a:p>
          <a:p>
            <a:pPr algn="l"/>
            <a:r>
              <a:rPr sz="2000" b="0" i="0">
                <a:solidFill>
                  <a:schemeClr val="tx1"/>
                </a:solidFill>
                <a:latin typeface="Bauhaus 93" panose="04030905020B02020C02" charset="0"/>
                <a:cs typeface="Bauhaus 93" panose="04030905020B02020C02" charset="0"/>
              </a:rPr>
              <a:t> •  Choose an Occasion </a:t>
            </a:r>
            <a:endParaRPr sz="2000" b="0" i="0">
              <a:solidFill>
                <a:schemeClr val="tx1"/>
              </a:solidFill>
              <a:latin typeface="Bauhaus 93" panose="04030905020B02020C02" charset="0"/>
              <a:cs typeface="Bauhaus 93" panose="04030905020B02020C02" charset="0"/>
            </a:endParaRPr>
          </a:p>
          <a:p>
            <a:pPr algn="l"/>
            <a:r>
              <a:rPr sz="2000" b="0" i="0">
                <a:solidFill>
                  <a:schemeClr val="tx1"/>
                </a:solidFill>
                <a:latin typeface="Bauhaus 93" panose="04030905020B02020C02" charset="0"/>
                <a:cs typeface="Bauhaus 93" panose="04030905020B02020C02" charset="0"/>
              </a:rPr>
              <a:t> •  Select an Outfit</a:t>
            </a:r>
            <a:endParaRPr sz="2000" b="0" i="0">
              <a:solidFill>
                <a:schemeClr val="tx1"/>
              </a:solidFill>
              <a:latin typeface="Bauhaus 93" panose="04030905020B02020C02" charset="0"/>
              <a:cs typeface="Bauhaus 93" panose="04030905020B02020C02" charset="0"/>
            </a:endParaRPr>
          </a:p>
        </p:txBody>
      </p:sp>
      <p:sp>
        <p:nvSpPr>
          <p:cNvPr id="7" name="Rounded Rectangle 6"/>
          <p:cNvSpPr/>
          <p:nvPr>
            <p:custDataLst>
              <p:tags r:id="rId6"/>
            </p:custDataLst>
          </p:nvPr>
        </p:nvSpPr>
        <p:spPr>
          <a:xfrm>
            <a:off x="749808" y="3840480"/>
            <a:ext cx="914400" cy="38404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749935" y="4347845"/>
            <a:ext cx="914400" cy="294005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ctr"/>
            <a:r>
              <a:rPr sz="1400" b="1" i="0">
                <a:solidFill>
                  <a:schemeClr val="tx1"/>
                </a:solidFill>
              </a:rPr>
              <a:t>HTML</a:t>
            </a:r>
            <a:endParaRPr sz="1400" b="1" i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>
            <p:custDataLst>
              <p:tags r:id="rId8"/>
            </p:custDataLst>
          </p:nvPr>
        </p:nvSpPr>
        <p:spPr>
          <a:xfrm>
            <a:off x="1892807" y="3840480"/>
            <a:ext cx="914400" cy="38404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9"/>
            </p:custDataLst>
          </p:nvPr>
        </p:nvSpPr>
        <p:spPr>
          <a:xfrm>
            <a:off x="1892935" y="4239260"/>
            <a:ext cx="817880" cy="54927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 i="0">
                <a:solidFill>
                  <a:schemeClr val="tx1"/>
                </a:solidFill>
              </a:rPr>
              <a:t>CSS</a:t>
            </a:r>
            <a:endParaRPr sz="1400" b="1" i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>
            <p:custDataLst>
              <p:tags r:id="rId10"/>
            </p:custDataLst>
          </p:nvPr>
        </p:nvSpPr>
        <p:spPr>
          <a:xfrm>
            <a:off x="3035808" y="3840480"/>
            <a:ext cx="1143000" cy="384048"/>
          </a:xfrm>
          <a:prstGeom prst="round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11"/>
            </p:custDataLst>
          </p:nvPr>
        </p:nvSpPr>
        <p:spPr>
          <a:xfrm>
            <a:off x="3035935" y="4067810"/>
            <a:ext cx="1143000" cy="4800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400" b="1" i="0">
                <a:solidFill>
                  <a:schemeClr val="tx1"/>
                </a:solidFill>
              </a:rPr>
              <a:t>JavaScript</a:t>
            </a:r>
            <a:endParaRPr sz="1400" b="1" i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12"/>
            </p:custDataLst>
          </p:nvPr>
        </p:nvSpPr>
        <p:spPr>
          <a:xfrm>
            <a:off x="713232" y="6451981"/>
            <a:ext cx="1828800" cy="245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0" i="1">
                <a:solidFill>
                  <a:schemeClr val="accent1">
                    <a:lumMod val="50000"/>
                  </a:schemeClr>
                </a:solidFill>
              </a:rPr>
              <a:t>StyleOrbit</a:t>
            </a:r>
            <a:endParaRPr sz="1000" b="0" i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Ellipse Look 1"/>
          <p:cNvSpPr/>
          <p:nvPr>
            <p:custDataLst>
              <p:tags r:id="rId13"/>
            </p:custDataLst>
          </p:nvPr>
        </p:nvSpPr>
        <p:spPr>
          <a:xfrm>
            <a:off x="749808" y="4650000"/>
            <a:ext cx="777240" cy="7772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Emoji Look 1"/>
          <p:cNvSpPr txBox="1"/>
          <p:nvPr>
            <p:custDataLst>
              <p:tags r:id="rId14"/>
            </p:custDataLst>
          </p:nvPr>
        </p:nvSpPr>
        <p:spPr>
          <a:xfrm>
            <a:off x="749808" y="4650000"/>
            <a:ext cx="77724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800" b="0" i="0">
                <a:solidFill>
                  <a:schemeClr val="tx1"/>
                </a:solidFill>
              </a:rPr>
              <a:t>👗</a:t>
            </a:r>
            <a:endParaRPr sz="2800" b="0" i="0">
              <a:solidFill>
                <a:schemeClr val="tx1"/>
              </a:solidFill>
            </a:endParaRPr>
          </a:p>
        </p:txBody>
      </p:sp>
      <p:sp>
        <p:nvSpPr>
          <p:cNvPr id="16" name="Ellipse Look 2"/>
          <p:cNvSpPr/>
          <p:nvPr>
            <p:custDataLst>
              <p:tags r:id="rId15"/>
            </p:custDataLst>
          </p:nvPr>
        </p:nvSpPr>
        <p:spPr>
          <a:xfrm>
            <a:off x="1847088" y="4650000"/>
            <a:ext cx="777240" cy="7772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7" name="Emoji Look 2"/>
          <p:cNvSpPr txBox="1"/>
          <p:nvPr>
            <p:custDataLst>
              <p:tags r:id="rId16"/>
            </p:custDataLst>
          </p:nvPr>
        </p:nvSpPr>
        <p:spPr>
          <a:xfrm>
            <a:off x="1847088" y="4650000"/>
            <a:ext cx="777240" cy="7772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2800" b="0" i="0">
                <a:solidFill>
                  <a:schemeClr val="tx1"/>
                </a:solidFill>
              </a:rPr>
              <a:t>👠</a:t>
            </a:r>
            <a:endParaRPr sz="2800" b="0" i="0">
              <a:solidFill>
                <a:schemeClr val="tx1"/>
              </a:solidFill>
            </a:endParaRPr>
          </a:p>
        </p:txBody>
      </p:sp>
      <p:sp>
        <p:nvSpPr>
          <p:cNvPr id="18" name="Ellipse Look Selected"/>
          <p:cNvSpPr/>
          <p:nvPr>
            <p:custDataLst>
              <p:tags r:id="rId17"/>
            </p:custDataLst>
          </p:nvPr>
        </p:nvSpPr>
        <p:spPr>
          <a:xfrm>
            <a:off x="2944368" y="4588620"/>
            <a:ext cx="900000" cy="900000"/>
          </a:xfrm>
          <a:prstGeom prst="ellipse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Emoji Look Selected"/>
          <p:cNvSpPr txBox="1"/>
          <p:nvPr>
            <p:custDataLst>
              <p:tags r:id="rId18"/>
            </p:custDataLst>
          </p:nvPr>
        </p:nvSpPr>
        <p:spPr>
          <a:xfrm>
            <a:off x="2944495" y="4482465"/>
            <a:ext cx="899795" cy="11861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3200" b="0" i="0">
                <a:solidFill>
                  <a:schemeClr val="bg1"/>
                </a:solidFill>
              </a:rPr>
              <a:t>👗</a:t>
            </a:r>
            <a:endParaRPr sz="3200" b="0" i="0">
              <a:solidFill>
                <a:schemeClr val="bg1"/>
              </a:solidFill>
            </a:endParaRPr>
          </a:p>
        </p:txBody>
      </p:sp>
      <p:sp>
        <p:nvSpPr>
          <p:cNvPr id="20" name="Badge Circle"/>
          <p:cNvSpPr/>
          <p:nvPr>
            <p:custDataLst>
              <p:tags r:id="rId19"/>
            </p:custDataLst>
          </p:nvPr>
        </p:nvSpPr>
        <p:spPr>
          <a:xfrm>
            <a:off x="3704368" y="4528620"/>
            <a:ext cx="280000" cy="2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Badge Check"/>
          <p:cNvSpPr txBox="1"/>
          <p:nvPr>
            <p:custDataLst>
              <p:tags r:id="rId20"/>
            </p:custDataLst>
          </p:nvPr>
        </p:nvSpPr>
        <p:spPr>
          <a:xfrm>
            <a:off x="3704368" y="4528620"/>
            <a:ext cx="280000" cy="2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400" b="1" i="0">
                <a:solidFill>
                  <a:schemeClr val="tx1"/>
                </a:solidFill>
              </a:rPr>
              <a:t>✓</a:t>
            </a:r>
            <a:endParaRPr sz="1400" b="1" i="0">
              <a:solidFill>
                <a:schemeClr val="tx1"/>
              </a:solidFill>
            </a:endParaRPr>
          </a:p>
        </p:txBody>
      </p:sp>
      <p:sp>
        <p:nvSpPr>
          <p:cNvPr id="22" name="Ready Label"/>
          <p:cNvSpPr txBox="1"/>
          <p:nvPr>
            <p:custDataLst>
              <p:tags r:id="rId21"/>
            </p:custDataLst>
          </p:nvPr>
        </p:nvSpPr>
        <p:spPr>
          <a:xfrm>
            <a:off x="4450000" y="4788620"/>
            <a:ext cx="3400000" cy="5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endParaRPr sz="1600" b="0" i="1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891020" y="2907665"/>
            <a:ext cx="4178935" cy="334073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altLang="en-US">
              <a:solidFill>
                <a:schemeClr val="tx1"/>
              </a:solidFill>
            </a:endParaRPr>
          </a:p>
          <a:p>
            <a:pPr algn="ctr"/>
            <a:endParaRPr lang="en-IN" altLang="en-US">
              <a:solidFill>
                <a:schemeClr val="tx1"/>
              </a:solidFill>
            </a:endParaRPr>
          </a:p>
          <a:p>
            <a:pPr algn="ctr"/>
            <a:endParaRPr lang="en-IN" altLang="en-US">
              <a:solidFill>
                <a:schemeClr val="tx1"/>
              </a:solidFill>
            </a:endParaRPr>
          </a:p>
          <a:p>
            <a:pPr algn="ctr"/>
            <a:endParaRPr lang="en-IN" altLang="en-US">
              <a:solidFill>
                <a:schemeClr val="tx1"/>
              </a:solidFill>
            </a:endParaRPr>
          </a:p>
          <a:p>
            <a:pPr algn="ctr"/>
            <a:endParaRPr lang="en-IN" altLang="en-US">
              <a:solidFill>
                <a:schemeClr val="tx1"/>
              </a:solidFill>
            </a:endParaRPr>
          </a:p>
          <a:p>
            <a:pPr algn="ctr"/>
            <a:endParaRPr lang="en-IN" altLang="en-US" b="1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ctr"/>
            <a:r>
              <a:rPr lang="en-IN" altLang="en-US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Padma </a:t>
            </a:r>
            <a:r>
              <a:rPr lang="en-IN" altLang="en-US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sym typeface="+mn-ea"/>
              </a:rPr>
              <a:t>Labudubariki</a:t>
            </a:r>
            <a:endParaRPr lang="en-IN" altLang="en-US" b="1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ctr"/>
            <a:r>
              <a:rPr lang="en-IN" altLang="en-US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T. Rohini Lavanya</a:t>
            </a:r>
            <a:endParaRPr lang="en-IN" altLang="en-US" b="1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ctr"/>
            <a:r>
              <a:rPr lang="en-IN" altLang="en-US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Gemmela Abhitha</a:t>
            </a:r>
            <a:endParaRPr lang="en-IN" altLang="en-US" b="1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ctr"/>
            <a:r>
              <a:rPr lang="en-IN" altLang="en-US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Killo Geetha</a:t>
            </a:r>
            <a:endParaRPr lang="en-IN" altLang="en-US" b="1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algn="ctr"/>
            <a:r>
              <a:rPr lang="en-IN" altLang="en-US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D Himasai Tejaswani</a:t>
            </a:r>
            <a:endParaRPr lang="en-IN" altLang="en-US">
              <a:solidFill>
                <a:schemeClr val="tx1"/>
              </a:solidFill>
            </a:endParaRPr>
          </a:p>
          <a:p>
            <a:pPr algn="ctr"/>
            <a:endParaRPr lang="en-IN" altLang="en-US">
              <a:solidFill>
                <a:schemeClr val="tx1"/>
              </a:solidFill>
            </a:endParaRPr>
          </a:p>
        </p:txBody>
      </p:sp>
      <p:sp>
        <p:nvSpPr>
          <p:cNvPr id="28" name="Left-Right Arrow 27"/>
          <p:cNvSpPr/>
          <p:nvPr/>
        </p:nvSpPr>
        <p:spPr>
          <a:xfrm>
            <a:off x="7589520" y="3234690"/>
            <a:ext cx="3228975" cy="1294130"/>
          </a:xfrm>
          <a:prstGeom prst="left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 b="1" u="sng">
                <a:solidFill>
                  <a:schemeClr val="accent1"/>
                </a:solidFill>
                <a:latin typeface="Bodoni MT Black" panose="02070A03080606020203" charset="0"/>
                <a:cs typeface="Bodoni MT Black" panose="02070A03080606020203" charset="0"/>
              </a:rPr>
              <a:t>TEAM MEMBERS</a:t>
            </a:r>
            <a:endParaRPr lang="en-IN" altLang="en-US" b="1" u="sng">
              <a:solidFill>
                <a:schemeClr val="accent1"/>
              </a:solidFill>
              <a:latin typeface="Bodoni MT Black" panose="02070A03080606020203" charset="0"/>
              <a:cs typeface="Bodoni MT Black" panose="02070A03080606020203" charset="0"/>
            </a:endParaRPr>
          </a:p>
        </p:txBody>
      </p:sp>
    </p:spTree>
    <p:custDataLst>
      <p:tags r:id="rId2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>
            <p:custDataLst>
              <p:tags r:id="rId2"/>
            </p:custDataLst>
          </p:nvPr>
        </p:nvSpPr>
        <p:spPr>
          <a:xfrm>
            <a:off x="685800" y="14173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941832" y="1717802"/>
            <a:ext cx="2926080" cy="4140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100" b="0" i="0">
                <a:solidFill>
                  <a:schemeClr val="accent1"/>
                </a:solidFill>
              </a:rPr>
              <a:t>The Challenge</a:t>
            </a:r>
            <a:endParaRPr sz="2100" b="0" i="0"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941832" y="2794000"/>
            <a:ext cx="2926080" cy="223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•</a:t>
            </a:r>
            <a:r>
              <a:rPr b="0" i="0">
                <a:solidFill>
                  <a:schemeClr val="tx1"/>
                </a:solidFill>
              </a:rPr>
              <a:t> Browsing many outfit styles takes time.</a:t>
            </a:r>
            <a:br>
              <a:rPr sz="1300" b="0" i="0">
                <a:solidFill>
                  <a:schemeClr val="tx1"/>
                </a:solidFill>
              </a:rPr>
            </a:br>
            <a:br>
              <a:rPr sz="1300" b="0" i="0"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Finding an outfit for a specific occasion is difficult.</a:t>
            </a:r>
            <a:br>
              <a:rPr>
                <a:solidFill>
                  <a:schemeClr val="tx1"/>
                </a:solidFill>
              </a:rPr>
            </a:b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Styles are rarely organized in one place.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>
            <p:custDataLst>
              <p:tags r:id="rId5"/>
            </p:custDataLst>
          </p:nvPr>
        </p:nvSpPr>
        <p:spPr>
          <a:xfrm>
            <a:off x="4370832" y="14173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4626864" y="1717802"/>
            <a:ext cx="2926080" cy="4140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100" b="0" i="0">
                <a:solidFill>
                  <a:schemeClr val="accent1"/>
                </a:solidFill>
              </a:rPr>
              <a:t>The Idea</a:t>
            </a:r>
            <a:endParaRPr sz="2100" b="0" i="0">
              <a:solidFill>
                <a:schemeClr val="accen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4826000" y="3563620"/>
            <a:ext cx="2550160" cy="691515"/>
          </a:xfrm>
          <a:prstGeom prst="rect">
            <a:avLst/>
          </a:prstGeom>
          <a:noFill/>
        </p:spPr>
        <p:txBody>
          <a:bodyPr wrap="square" anchor="ctr">
            <a:normAutofit fontScale="25000"/>
          </a:bodyPr>
          <a:lstStyle/>
          <a:p>
            <a:pPr algn="l"/>
            <a:r>
              <a:rPr sz="7200" b="0" i="0">
                <a:solidFill>
                  <a:schemeClr val="tx1"/>
                </a:solidFill>
              </a:rPr>
              <a:t>StyleOrbit brings outfits together by </a:t>
            </a:r>
            <a:r>
              <a:rPr sz="7200" b="0" i="0">
                <a:solidFill>
                  <a:schemeClr val="tx1"/>
                </a:solidFill>
              </a:rPr>
              <a:t>occasion, in one simple and visual place.</a:t>
            </a:r>
            <a:endParaRPr sz="7200" b="0" i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>
            <p:custDataLst>
              <p:tags r:id="rId8"/>
            </p:custDataLst>
          </p:nvPr>
        </p:nvSpPr>
        <p:spPr>
          <a:xfrm>
            <a:off x="8046720" y="1417320"/>
            <a:ext cx="3429000" cy="4297680"/>
          </a:xfrm>
          <a:prstGeom prst="roundRect">
            <a:avLst/>
          </a:prstGeom>
          <a:solidFill>
            <a:schemeClr val="accent1"/>
          </a:solidFill>
          <a:ln w="1524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8311642" y="1828292"/>
            <a:ext cx="2926080" cy="4140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100" b="0" i="0">
                <a:solidFill>
                  <a:schemeClr val="bg2"/>
                </a:solidFill>
              </a:rPr>
              <a:t>The Goal</a:t>
            </a:r>
            <a:endParaRPr sz="2100" b="0" i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10"/>
            </p:custDataLst>
          </p:nvPr>
        </p:nvSpPr>
        <p:spPr>
          <a:xfrm>
            <a:off x="8302752" y="3663315"/>
            <a:ext cx="2926080" cy="49149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0" i="0">
                <a:solidFill>
                  <a:schemeClr val="tx1"/>
                </a:solidFill>
              </a:rPr>
              <a:t>Make fashion discovery easier and more organized.</a:t>
            </a:r>
            <a:endParaRPr b="0" i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11"/>
            </p:custDataLst>
          </p:nvPr>
        </p:nvSpPr>
        <p:spPr>
          <a:xfrm>
            <a:off x="713232" y="6451981"/>
            <a:ext cx="1828800" cy="245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0" i="1">
                <a:solidFill>
                  <a:schemeClr val="accent1">
                    <a:lumMod val="50000"/>
                  </a:schemeClr>
                </a:solidFill>
              </a:rPr>
              <a:t>StyleOrbit</a:t>
            </a:r>
            <a:endParaRPr sz="1000" b="0" i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itle 2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u="sng" dirty="0">
                <a:solidFill>
                  <a:schemeClr val="accent1"/>
                </a:solidFill>
                <a:latin typeface="Algerian" panose="04020705040A02060702" charset="0"/>
                <a:cs typeface="Algerian" panose="04020705040A02060702" charset="0"/>
                <a:sym typeface="+mn-ea"/>
              </a:rPr>
              <a:t>Introduction &amp; Problem Statement</a:t>
            </a:r>
            <a:endParaRPr lang="en-US" u="sng" dirty="0">
              <a:solidFill>
                <a:schemeClr val="accent1"/>
              </a:solidFill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731520" y="1945640"/>
            <a:ext cx="3017520" cy="215265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900" b="0" i="0">
                <a:solidFill>
                  <a:schemeClr val="accent1"/>
                </a:solidFill>
                <a:latin typeface="Arial Black" panose="020B0A04020102020204" charset="0"/>
                <a:cs typeface="Arial Black" panose="020B0A04020102020204" charset="0"/>
              </a:rPr>
              <a:t>StyleOrbit provides a simple</a:t>
            </a:r>
            <a:br>
              <a:rPr sz="1900" b="0" i="0">
                <a:solidFill>
                  <a:schemeClr val="accent1"/>
                </a:solidFill>
              </a:rPr>
            </a:br>
            <a:r>
              <a:rPr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</a:rPr>
              <a:t>occasion-based fashion discovery</a:t>
            </a:r>
            <a:br>
              <a:rPr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</a:rPr>
            </a:br>
            <a:r>
              <a:rPr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</a:rPr>
              <a:t>experience.</a:t>
            </a:r>
            <a:endParaRPr>
              <a:solidFill>
                <a:schemeClr val="tx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886200" y="1234440"/>
            <a:ext cx="22402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4142232" y="1534922"/>
            <a:ext cx="1737360" cy="4140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100" b="0" i="0">
                <a:solidFill>
                  <a:schemeClr val="accent1"/>
                </a:solidFill>
              </a:rPr>
              <a:t>Casual</a:t>
            </a:r>
            <a:endParaRPr sz="2100" b="0" i="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4142232" y="2277428"/>
            <a:ext cx="1737360" cy="29146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Everyday styles</a:t>
            </a:r>
            <a:endParaRPr sz="1300" b="0" i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46520" y="1234440"/>
            <a:ext cx="22402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6702552" y="1534922"/>
            <a:ext cx="1737360" cy="4140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100" b="0" i="0">
                <a:solidFill>
                  <a:schemeClr val="accent1"/>
                </a:solidFill>
              </a:rPr>
              <a:t>College</a:t>
            </a:r>
            <a:endParaRPr sz="2100" b="0" i="0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6702552" y="2277428"/>
            <a:ext cx="1737360" cy="29146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Smart &amp; youthful</a:t>
            </a:r>
            <a:endParaRPr sz="1300" b="0" i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006840" y="1234440"/>
            <a:ext cx="22402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9262872" y="1534922"/>
            <a:ext cx="1737360" cy="4140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100" b="0" i="0">
                <a:solidFill>
                  <a:schemeClr val="accent1"/>
                </a:solidFill>
              </a:rPr>
              <a:t>Office</a:t>
            </a:r>
            <a:endParaRPr sz="2100" b="0" i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9262872" y="2277428"/>
            <a:ext cx="1737360" cy="29146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Professional</a:t>
            </a:r>
            <a:endParaRPr sz="1300" b="0" i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86200" y="3383280"/>
            <a:ext cx="22402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4142232" y="3683762"/>
            <a:ext cx="1737360" cy="4140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100" b="0" i="0">
                <a:solidFill>
                  <a:schemeClr val="accent1"/>
                </a:solidFill>
              </a:rPr>
              <a:t>Party</a:t>
            </a:r>
            <a:endParaRPr sz="2100" b="0" i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4142232" y="4426268"/>
            <a:ext cx="1737360" cy="29146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Evening styles</a:t>
            </a:r>
            <a:endParaRPr sz="1300" b="0" i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46520" y="3383280"/>
            <a:ext cx="22402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6702552" y="3683762"/>
            <a:ext cx="1737360" cy="4140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100" b="0" i="0">
                <a:solidFill>
                  <a:schemeClr val="accent1"/>
                </a:solidFill>
              </a:rPr>
              <a:t>Wedding</a:t>
            </a:r>
            <a:endParaRPr sz="2100" b="0" i="0">
              <a:solidFill>
                <a:schemeClr val="accent1"/>
              </a:solidFill>
            </a:endParaRPr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6702552" y="4426268"/>
            <a:ext cx="1737360" cy="29146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Celebration wear</a:t>
            </a:r>
            <a:endParaRPr sz="1300" b="0" i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06840" y="3383280"/>
            <a:ext cx="224028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>
            <p:custDataLst>
              <p:tags r:id="rId13"/>
            </p:custDataLst>
          </p:nvPr>
        </p:nvSpPr>
        <p:spPr>
          <a:xfrm>
            <a:off x="9262872" y="3683762"/>
            <a:ext cx="1737360" cy="4140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100" b="0" i="0">
                <a:solidFill>
                  <a:schemeClr val="accent1"/>
                </a:solidFill>
              </a:rPr>
              <a:t>Traditional</a:t>
            </a:r>
            <a:endParaRPr sz="2100" b="0" i="0">
              <a:solidFill>
                <a:schemeClr val="accent1"/>
              </a:solidFill>
            </a:endParaRPr>
          </a:p>
        </p:txBody>
      </p:sp>
      <p:sp>
        <p:nvSpPr>
          <p:cNvPr id="22" name="TextBox 21"/>
          <p:cNvSpPr txBox="1"/>
          <p:nvPr>
            <p:custDataLst>
              <p:tags r:id="rId14"/>
            </p:custDataLst>
          </p:nvPr>
        </p:nvSpPr>
        <p:spPr>
          <a:xfrm>
            <a:off x="9262872" y="4426268"/>
            <a:ext cx="1737360" cy="29146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Ethnic styles</a:t>
            </a:r>
            <a:endParaRPr sz="1300" b="0" i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>
            <p:custDataLst>
              <p:tags r:id="rId15"/>
            </p:custDataLst>
          </p:nvPr>
        </p:nvSpPr>
        <p:spPr>
          <a:xfrm>
            <a:off x="713232" y="6451981"/>
            <a:ext cx="1828800" cy="245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0" i="1">
                <a:solidFill>
                  <a:schemeClr val="accent1">
                    <a:lumMod val="50000"/>
                  </a:schemeClr>
                </a:solidFill>
              </a:rPr>
              <a:t>StyleOrbit</a:t>
            </a:r>
            <a:endParaRPr sz="1000" b="0" i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8" name="Title 47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u="sng" dirty="0">
                <a:solidFill>
                  <a:schemeClr val="accent1"/>
                </a:solidFill>
                <a:latin typeface="Algerian" panose="04020705040A02060702" charset="0"/>
                <a:cs typeface="Algerian" panose="04020705040A02060702" charset="0"/>
                <a:sym typeface="+mn-ea"/>
              </a:rPr>
              <a:t>Proposed Solution</a:t>
            </a:r>
            <a:endParaRPr lang="en-US" u="sng" dirty="0">
              <a:solidFill>
                <a:schemeClr val="accent1"/>
              </a:solidFill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713232" y="1116140"/>
            <a:ext cx="10515600" cy="29146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0" i="0">
                <a:solidFill>
                  <a:schemeClr val="accent1"/>
                </a:solidFill>
                <a:highlight>
                  <a:srgbClr val="00FFFF"/>
                </a:highlight>
                <a:latin typeface="Arial Black" panose="020B0A04020102020204" charset="0"/>
                <a:cs typeface="Arial Black" panose="020B0A04020102020204" charset="0"/>
              </a:rPr>
              <a:t>A frontend web development projec</a:t>
            </a:r>
            <a:r>
              <a:rPr lang="en-IN" sz="2000" b="0" i="0">
                <a:solidFill>
                  <a:schemeClr val="accent1"/>
                </a:solidFill>
                <a:highlight>
                  <a:srgbClr val="00FFFF"/>
                </a:highlight>
                <a:latin typeface="Arial Black" panose="020B0A04020102020204" charset="0"/>
                <a:cs typeface="Arial Black" panose="020B0A04020102020204" charset="0"/>
              </a:rPr>
              <a:t>t</a:t>
            </a:r>
            <a:endParaRPr lang="en-IN" sz="2000" b="0" i="0">
              <a:solidFill>
                <a:schemeClr val="accent1"/>
              </a:solidFill>
              <a:highlight>
                <a:srgbClr val="00FFFF"/>
              </a:highlight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5" name="Rounded Rectangle 4"/>
          <p:cNvSpPr/>
          <p:nvPr>
            <p:custDataLst>
              <p:tags r:id="rId3"/>
            </p:custDataLst>
          </p:nvPr>
        </p:nvSpPr>
        <p:spPr>
          <a:xfrm>
            <a:off x="640080" y="1632585"/>
            <a:ext cx="3520440" cy="4311015"/>
          </a:xfrm>
          <a:prstGeom prst="roundRect">
            <a:avLst/>
          </a:prstGeom>
          <a:solidFill>
            <a:srgbClr val="FFFFFF"/>
          </a:solidFill>
          <a:ln w="1524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962787" y="2246757"/>
            <a:ext cx="3017520" cy="4140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100" b="0" i="0">
                <a:solidFill>
                  <a:schemeClr val="accent1"/>
                </a:solidFill>
                <a:highlight>
                  <a:srgbClr val="00FFFF"/>
                </a:highlight>
              </a:rPr>
              <a:t>HTML</a:t>
            </a:r>
            <a:endParaRPr sz="2100" b="0" i="0">
              <a:solidFill>
                <a:schemeClr val="accent1"/>
              </a:solidFill>
              <a:highlight>
                <a:srgbClr val="00FFFF"/>
              </a:highlight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896112" y="2946718"/>
            <a:ext cx="3017520" cy="2153285"/>
          </a:xfrm>
          <a:prstGeom prst="rect">
            <a:avLst/>
          </a:prstGeom>
          <a:noFill/>
        </p:spPr>
        <p:txBody>
          <a:bodyPr wrap="square" anchor="ctr">
            <a:normAutofit lnSpcReduction="20000"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Structure</a:t>
            </a:r>
            <a:br>
              <a:rPr sz="1300" b="0" i="0">
                <a:solidFill>
                  <a:schemeClr val="tx1"/>
                </a:solidFill>
              </a:rPr>
            </a:br>
            <a:br>
              <a:rPr sz="1300" b="0" i="0"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Creates website structure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Navigation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Hero section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Occasion buttons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Dress cards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About and footer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>
            <p:custDataLst>
              <p:tags r:id="rId6"/>
            </p:custDataLst>
          </p:nvPr>
        </p:nvSpPr>
        <p:spPr>
          <a:xfrm>
            <a:off x="4343400" y="1632585"/>
            <a:ext cx="3520440" cy="431101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4343400" y="1840865"/>
            <a:ext cx="3017520" cy="81978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100" b="0" i="0">
                <a:solidFill>
                  <a:schemeClr val="accent1"/>
                </a:solidFill>
                <a:highlight>
                  <a:srgbClr val="00FFFF"/>
                </a:highlight>
              </a:rPr>
              <a:t>CSS</a:t>
            </a:r>
            <a:endParaRPr sz="2100" b="0" i="0">
              <a:solidFill>
                <a:schemeClr val="accent1"/>
              </a:solidFill>
              <a:highlight>
                <a:srgbClr val="00FFFF"/>
              </a:highlight>
            </a:endParaRPr>
          </a:p>
        </p:txBody>
      </p:sp>
      <p:sp>
        <p:nvSpPr>
          <p:cNvPr id="10" name="TextBox 9"/>
          <p:cNvSpPr txBox="1"/>
          <p:nvPr>
            <p:custDataLst>
              <p:tags r:id="rId8"/>
            </p:custDataLst>
          </p:nvPr>
        </p:nvSpPr>
        <p:spPr>
          <a:xfrm>
            <a:off x="4599432" y="3085148"/>
            <a:ext cx="3017520" cy="1876425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Style</a:t>
            </a:r>
            <a:br>
              <a:rPr sz="1300" b="0" i="0">
                <a:solidFill>
                  <a:schemeClr val="tx1"/>
                </a:solidFill>
              </a:rPr>
            </a:br>
            <a:br>
              <a:rPr sz="1300" b="0" i="0"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Controls visual design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Layout and spacing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Colors and typography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Cards and buttons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• Clean presentation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>
            <p:custDataLst>
              <p:tags r:id="rId9"/>
            </p:custDataLst>
          </p:nvPr>
        </p:nvSpPr>
        <p:spPr>
          <a:xfrm>
            <a:off x="8046720" y="1632585"/>
            <a:ext cx="3520440" cy="4526280"/>
          </a:xfrm>
          <a:prstGeom prst="roundRect">
            <a:avLst/>
          </a:prstGeom>
          <a:solidFill>
            <a:schemeClr val="accent1"/>
          </a:solidFill>
          <a:ln w="1524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10"/>
            </p:custDataLst>
          </p:nvPr>
        </p:nvSpPr>
        <p:spPr>
          <a:xfrm>
            <a:off x="8302625" y="1717675"/>
            <a:ext cx="3017520" cy="126936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en-IN" sz="2100" b="0" i="0">
                <a:solidFill>
                  <a:schemeClr val="accent1"/>
                </a:solidFill>
                <a:highlight>
                  <a:srgbClr val="00FFFF"/>
                </a:highlight>
              </a:rPr>
              <a:t>Javascript</a:t>
            </a:r>
            <a:r>
              <a:rPr sz="2100" b="0" i="0">
                <a:solidFill>
                  <a:schemeClr val="accent1"/>
                </a:solidFill>
                <a:highlight>
                  <a:srgbClr val="00FFFF"/>
                </a:highlight>
              </a:rPr>
              <a:t>S</a:t>
            </a:r>
            <a:r>
              <a:rPr sz="2100" b="0" i="0">
                <a:solidFill>
                  <a:schemeClr val="accent1"/>
                </a:solidFill>
              </a:rPr>
              <a:t>cript</a:t>
            </a:r>
            <a:endParaRPr sz="2100" b="0" i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11"/>
            </p:custDataLst>
          </p:nvPr>
        </p:nvSpPr>
        <p:spPr>
          <a:xfrm>
            <a:off x="8302752" y="3223578"/>
            <a:ext cx="3017520" cy="1599565"/>
          </a:xfrm>
          <a:prstGeom prst="rect">
            <a:avLst/>
          </a:prstGeom>
          <a:noFill/>
        </p:spPr>
        <p:txBody>
          <a:bodyPr wrap="square" anchor="ctr">
            <a:normAutofit lnSpcReduction="20000"/>
          </a:bodyPr>
          <a:lstStyle/>
          <a:p>
            <a:pPr algn="l"/>
            <a:r>
              <a:rPr sz="1300" b="0" i="0">
                <a:solidFill>
                  <a:schemeClr val="lt1"/>
                </a:solidFill>
              </a:rPr>
              <a:t>Behavior</a:t>
            </a:r>
            <a:br>
              <a:rPr sz="1300" b="0" i="0">
                <a:solidFill>
                  <a:schemeClr val="lt1"/>
                </a:solidFill>
              </a:rPr>
            </a:br>
            <a:br>
              <a:rPr sz="1300" b="0" i="0">
                <a:solidFill>
                  <a:schemeClr val="lt1"/>
                </a:solidFill>
              </a:rPr>
            </a:br>
            <a:r>
              <a:rPr>
                <a:solidFill>
                  <a:schemeClr val="lt1"/>
                </a:solidFill>
                <a:highlight>
                  <a:srgbClr val="000000">
                    <a:alpha val="0"/>
                  </a:srgbClr>
                </a:highlight>
              </a:rPr>
              <a:t>• Adds user interaction</a:t>
            </a:r>
            <a:br>
              <a:rPr>
                <a:solidFill>
                  <a:schemeClr val="lt1"/>
                </a:solidFill>
                <a:highlight>
                  <a:srgbClr val="000000">
                    <a:alpha val="0"/>
                  </a:srgbClr>
                </a:highlight>
              </a:rPr>
            </a:br>
            <a:r>
              <a:rPr>
                <a:solidFill>
                  <a:schemeClr val="lt1"/>
                </a:solidFill>
                <a:highlight>
                  <a:srgbClr val="000000">
                    <a:alpha val="0"/>
                  </a:srgbClr>
                </a:highlight>
              </a:rPr>
              <a:t>• Occasion filtering</a:t>
            </a:r>
            <a:br>
              <a:rPr>
                <a:solidFill>
                  <a:schemeClr val="lt1"/>
                </a:solidFill>
                <a:highlight>
                  <a:srgbClr val="000000">
                    <a:alpha val="0"/>
                  </a:srgbClr>
                </a:highlight>
              </a:rPr>
            </a:br>
            <a:r>
              <a:rPr>
                <a:solidFill>
                  <a:schemeClr val="lt1"/>
                </a:solidFill>
                <a:highlight>
                  <a:srgbClr val="000000">
                    <a:alpha val="0"/>
                  </a:srgbClr>
                </a:highlight>
              </a:rPr>
              <a:t>• Scroll functionality</a:t>
            </a:r>
            <a:br>
              <a:rPr>
                <a:solidFill>
                  <a:schemeClr val="lt1"/>
                </a:solidFill>
                <a:highlight>
                  <a:srgbClr val="000000">
                    <a:alpha val="0"/>
                  </a:srgbClr>
                </a:highlight>
              </a:rPr>
            </a:br>
            <a:r>
              <a:rPr>
                <a:solidFill>
                  <a:schemeClr val="lt1"/>
                </a:solidFill>
                <a:highlight>
                  <a:srgbClr val="000000">
                    <a:alpha val="0"/>
                  </a:srgbClr>
                </a:highlight>
              </a:rPr>
              <a:t>• Dress selection messages</a:t>
            </a:r>
            <a:endParaRPr>
              <a:solidFill>
                <a:schemeClr val="lt1"/>
              </a:solidFill>
              <a:highlight>
                <a:srgbClr val="000000">
                  <a:alpha val="0"/>
                </a:srgbClr>
              </a:highlight>
            </a:endParaRPr>
          </a:p>
        </p:txBody>
      </p:sp>
      <p:sp>
        <p:nvSpPr>
          <p:cNvPr id="14" name="TextBox 13"/>
          <p:cNvSpPr txBox="1"/>
          <p:nvPr>
            <p:custDataLst>
              <p:tags r:id="rId12"/>
            </p:custDataLst>
          </p:nvPr>
        </p:nvSpPr>
        <p:spPr>
          <a:xfrm>
            <a:off x="713232" y="6451981"/>
            <a:ext cx="1828800" cy="245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0" i="1">
                <a:solidFill>
                  <a:schemeClr val="accent1">
                    <a:lumMod val="50000"/>
                  </a:schemeClr>
                </a:solidFill>
              </a:rPr>
              <a:t>StyleOrbit</a:t>
            </a:r>
            <a:endParaRPr sz="1000" b="0" i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dirty="0">
                <a:solidFill>
                  <a:schemeClr val="accent1"/>
                </a:solidFill>
                <a:latin typeface="Algerian" panose="04020705040A02060702" charset="0"/>
                <a:cs typeface="Algerian" panose="04020705040A02060702" charset="0"/>
                <a:sym typeface="+mn-ea"/>
              </a:rPr>
              <a:t>Technologies &amp; Project Structure</a:t>
            </a:r>
            <a:endParaRPr lang="en-US" dirty="0">
              <a:solidFill>
                <a:schemeClr val="accent1"/>
              </a:solidFill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>
            <p:custDataLst>
              <p:tags r:id="rId2"/>
            </p:custDataLst>
          </p:nvPr>
        </p:nvSpPr>
        <p:spPr>
          <a:xfrm>
            <a:off x="594360" y="150876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850392" y="1670495"/>
            <a:ext cx="2057400" cy="691515"/>
          </a:xfrm>
          <a:prstGeom prst="rect">
            <a:avLst/>
          </a:prstGeom>
          <a:noFill/>
        </p:spPr>
        <p:txBody>
          <a:bodyPr wrap="square" anchor="ctr">
            <a:normAutofit lnSpcReduction="20000"/>
          </a:bodyPr>
          <a:lstStyle/>
          <a:p>
            <a:pPr algn="l"/>
            <a:r>
              <a:rPr sz="2100" b="0" i="0">
                <a:solidFill>
                  <a:schemeClr val="accent1"/>
                </a:solidFill>
              </a:rPr>
              <a:t>01</a:t>
            </a:r>
            <a:br>
              <a:rPr sz="2100" b="0" i="0">
                <a:solidFill>
                  <a:schemeClr val="accent1"/>
                </a:solidFill>
              </a:rPr>
            </a:br>
            <a:r>
              <a:rPr>
                <a:solidFill>
                  <a:schemeClr val="accent1"/>
                </a:solidFill>
              </a:rPr>
              <a:t>Explore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850392" y="3700462"/>
            <a:ext cx="2057400" cy="691515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Start from the hero section and explore the dress collection.</a:t>
            </a:r>
            <a:endParaRPr sz="1300" b="0" i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>
            <p:custDataLst>
              <p:tags r:id="rId5"/>
            </p:custDataLst>
          </p:nvPr>
        </p:nvSpPr>
        <p:spPr>
          <a:xfrm>
            <a:off x="3474720" y="150876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3730752" y="1670495"/>
            <a:ext cx="2057400" cy="691515"/>
          </a:xfrm>
          <a:prstGeom prst="rect">
            <a:avLst/>
          </a:prstGeom>
          <a:noFill/>
        </p:spPr>
        <p:txBody>
          <a:bodyPr wrap="square" anchor="ctr">
            <a:normAutofit lnSpcReduction="20000"/>
          </a:bodyPr>
          <a:lstStyle/>
          <a:p>
            <a:pPr algn="l"/>
            <a:r>
              <a:rPr sz="2100" b="0" i="0">
                <a:solidFill>
                  <a:schemeClr val="accent1"/>
                </a:solidFill>
              </a:rPr>
              <a:t>02</a:t>
            </a:r>
            <a:br>
              <a:rPr sz="2100" b="0" i="0">
                <a:solidFill>
                  <a:schemeClr val="accent1"/>
                </a:solidFill>
              </a:rPr>
            </a:br>
            <a:r>
              <a:rPr>
                <a:solidFill>
                  <a:schemeClr val="accent1"/>
                </a:solidFill>
              </a:rPr>
              <a:t>Choose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3730752" y="3700462"/>
            <a:ext cx="2057400" cy="691515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Select an occasion such as Casual, Office, Party or Wedding.</a:t>
            </a:r>
            <a:endParaRPr sz="1300" b="0" i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>
            <p:custDataLst>
              <p:tags r:id="rId8"/>
            </p:custDataLst>
          </p:nvPr>
        </p:nvSpPr>
        <p:spPr>
          <a:xfrm>
            <a:off x="6355080" y="1508760"/>
            <a:ext cx="256032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6611112" y="1670495"/>
            <a:ext cx="2057400" cy="691515"/>
          </a:xfrm>
          <a:prstGeom prst="rect">
            <a:avLst/>
          </a:prstGeom>
          <a:noFill/>
        </p:spPr>
        <p:txBody>
          <a:bodyPr wrap="square" anchor="ctr">
            <a:normAutofit lnSpcReduction="20000"/>
          </a:bodyPr>
          <a:lstStyle/>
          <a:p>
            <a:pPr algn="l"/>
            <a:r>
              <a:rPr sz="2100" b="0" i="0">
                <a:solidFill>
                  <a:schemeClr val="accent1"/>
                </a:solidFill>
              </a:rPr>
              <a:t>03</a:t>
            </a:r>
            <a:br>
              <a:rPr sz="2100" b="0" i="0">
                <a:solidFill>
                  <a:schemeClr val="accent1"/>
                </a:solidFill>
              </a:rPr>
            </a:br>
            <a:r>
              <a:rPr>
                <a:solidFill>
                  <a:schemeClr val="accent1"/>
                </a:solidFill>
              </a:rPr>
              <a:t>Browse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10"/>
            </p:custDataLst>
          </p:nvPr>
        </p:nvSpPr>
        <p:spPr>
          <a:xfrm>
            <a:off x="6611112" y="3700462"/>
            <a:ext cx="2057400" cy="691515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View outfit cards with images, names and descriptions.</a:t>
            </a:r>
            <a:endParaRPr sz="1300" b="0" i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>
            <p:custDataLst>
              <p:tags r:id="rId11"/>
            </p:custDataLst>
          </p:nvPr>
        </p:nvSpPr>
        <p:spPr>
          <a:xfrm>
            <a:off x="9235440" y="1508760"/>
            <a:ext cx="2560320" cy="4389120"/>
          </a:xfrm>
          <a:prstGeom prst="roundRect">
            <a:avLst/>
          </a:prstGeom>
          <a:solidFill>
            <a:schemeClr val="accent1"/>
          </a:solidFill>
          <a:ln w="1524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12"/>
            </p:custDataLst>
          </p:nvPr>
        </p:nvSpPr>
        <p:spPr>
          <a:xfrm>
            <a:off x="9491472" y="1670495"/>
            <a:ext cx="2057400" cy="691515"/>
          </a:xfrm>
          <a:prstGeom prst="rect">
            <a:avLst/>
          </a:prstGeom>
          <a:noFill/>
        </p:spPr>
        <p:txBody>
          <a:bodyPr wrap="square" anchor="ctr">
            <a:normAutofit lnSpcReduction="20000"/>
          </a:bodyPr>
          <a:lstStyle/>
          <a:p>
            <a:pPr algn="l"/>
            <a:r>
              <a:rPr sz="2100" b="0" i="0">
                <a:solidFill>
                  <a:schemeClr val="accent1"/>
                </a:solidFill>
              </a:rPr>
              <a:t>04</a:t>
            </a:r>
            <a:br>
              <a:rPr sz="2100" b="0" i="0">
                <a:solidFill>
                  <a:schemeClr val="accent1"/>
                </a:solidFill>
              </a:rPr>
            </a:br>
            <a:r>
              <a:rPr>
                <a:solidFill>
                  <a:schemeClr val="accent1"/>
                </a:solidFill>
              </a:rPr>
              <a:t>Select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>
            <p:custDataLst>
              <p:tags r:id="rId13"/>
            </p:custDataLst>
          </p:nvPr>
        </p:nvSpPr>
        <p:spPr>
          <a:xfrm>
            <a:off x="9491472" y="3700462"/>
            <a:ext cx="2057400" cy="69151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</a:rPr>
              <a:t>Click the Select button to trigger an interactive JavaScript message.</a:t>
            </a:r>
            <a:endParaRPr sz="1300" b="0" i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>
            <p:custDataLst>
              <p:tags r:id="rId14"/>
            </p:custDataLst>
          </p:nvPr>
        </p:nvSpPr>
        <p:spPr>
          <a:xfrm>
            <a:off x="713232" y="6451981"/>
            <a:ext cx="1828800" cy="245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0" i="1">
                <a:solidFill>
                  <a:schemeClr val="accent1">
                    <a:lumMod val="50000"/>
                  </a:schemeClr>
                </a:solidFill>
              </a:rPr>
              <a:t>StyleOrbit</a:t>
            </a:r>
            <a:endParaRPr sz="1000" b="0" i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Title 24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/>
        <p:txBody>
          <a:bodyPr vert="horz" lIns="0" tIns="0" rIns="0" bIns="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dirty="0">
                <a:solidFill>
                  <a:schemeClr val="accent1"/>
                </a:solidFill>
                <a:latin typeface="Algerian" panose="04020705040A02060702" charset="0"/>
                <a:cs typeface="Algerian" panose="04020705040A02060702" charset="0"/>
                <a:sym typeface="+mn-ea"/>
              </a:rPr>
              <a:t>Main Features</a:t>
            </a:r>
            <a:endParaRPr lang="en-US" dirty="0">
              <a:solidFill>
                <a:schemeClr val="accent1"/>
              </a:solidFill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731520" y="1385253"/>
            <a:ext cx="1828800" cy="42989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2200" b="0" i="1">
                <a:solidFill>
                  <a:schemeClr val="accent1"/>
                </a:solidFill>
              </a:rPr>
              <a:t>User flow</a:t>
            </a:r>
            <a:endParaRPr sz="2200" b="0" i="1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868680" y="1925383"/>
            <a:ext cx="4114800" cy="33718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0" i="0">
                <a:solidFill>
                  <a:schemeClr val="accent1"/>
                </a:solidFill>
              </a:rPr>
              <a:t>1   Open StyleOrbit</a:t>
            </a:r>
            <a:endParaRPr sz="1600" b="0" i="0"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868680" y="2565464"/>
            <a:ext cx="4114800" cy="33718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0" i="0">
                <a:solidFill>
                  <a:schemeClr val="accent1"/>
                </a:solidFill>
              </a:rPr>
              <a:t>2   Click an occasion</a:t>
            </a:r>
            <a:endParaRPr sz="1600" b="0" i="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868680" y="3205543"/>
            <a:ext cx="4114800" cy="33718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0" i="0">
                <a:solidFill>
                  <a:schemeClr val="accent1"/>
                </a:solidFill>
              </a:rPr>
              <a:t>3   Browse dress cards</a:t>
            </a:r>
            <a:endParaRPr sz="1600" b="0" i="0">
              <a:solidFill>
                <a:schemeClr val="accent1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868680" y="3845623"/>
            <a:ext cx="4114800" cy="33718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0" i="0">
                <a:solidFill>
                  <a:schemeClr val="accent1"/>
                </a:solidFill>
              </a:rPr>
              <a:t>4   Click Select</a:t>
            </a:r>
            <a:endParaRPr sz="1600" b="0" i="0">
              <a:solidFill>
                <a:schemeClr val="accent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7"/>
            </p:custDataLst>
          </p:nvPr>
        </p:nvSpPr>
        <p:spPr>
          <a:xfrm>
            <a:off x="868680" y="4485704"/>
            <a:ext cx="4114800" cy="337185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600" b="0" i="0">
                <a:solidFill>
                  <a:schemeClr val="accent1"/>
                </a:solidFill>
              </a:rPr>
              <a:t>5   Show the JavaScript message</a:t>
            </a:r>
            <a:endParaRPr sz="1600" b="0" i="0">
              <a:solidFill>
                <a:schemeClr val="accent1"/>
              </a:solidFill>
            </a:endParaRPr>
          </a:p>
        </p:txBody>
      </p:sp>
      <p:sp>
        <p:nvSpPr>
          <p:cNvPr id="10" name="Rounded Rectangle 9"/>
          <p:cNvSpPr/>
          <p:nvPr>
            <p:custDataLst>
              <p:tags r:id="rId8"/>
            </p:custDataLst>
          </p:nvPr>
        </p:nvSpPr>
        <p:spPr>
          <a:xfrm>
            <a:off x="5486400" y="1325880"/>
            <a:ext cx="5897880" cy="45262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5806440" y="1790065"/>
            <a:ext cx="5257800" cy="3369310"/>
          </a:xfrm>
          <a:prstGeom prst="rect">
            <a:avLst/>
          </a:prstGeom>
          <a:noFill/>
        </p:spPr>
        <p:txBody>
          <a:bodyPr wrap="square" anchor="ctr">
            <a:normAutofit lnSpcReduction="10000"/>
          </a:bodyPr>
          <a:lstStyle/>
          <a:p>
            <a:pPr algn="l"/>
            <a:r>
              <a:rPr sz="1500" b="0" i="0">
                <a:solidFill>
                  <a:schemeClr val="bg1"/>
                </a:solidFill>
              </a:rPr>
              <a:t>function showDresses(category) {</a:t>
            </a:r>
            <a:br>
              <a:rPr sz="1500" b="0" i="0"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// Shows the outfit cards for the chosen occasion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}</a:t>
            </a:r>
            <a:br>
              <a:rPr>
                <a:solidFill>
                  <a:schemeClr val="bg1"/>
                </a:solidFill>
              </a:rPr>
            </a:b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function scrollToDresses() {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// Scrolls down to the dress collection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}</a:t>
            </a:r>
            <a:br>
              <a:rPr>
                <a:solidFill>
                  <a:schemeClr val="bg1"/>
                </a:solidFill>
              </a:rPr>
            </a:b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function showMessage(text) {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    // Displays a message when Select is clicked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}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>
            <p:custDataLst>
              <p:tags r:id="rId10"/>
            </p:custDataLst>
          </p:nvPr>
        </p:nvSpPr>
        <p:spPr>
          <a:xfrm>
            <a:off x="713232" y="6451981"/>
            <a:ext cx="1828800" cy="24511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000" b="0" i="1">
                <a:solidFill>
                  <a:schemeClr val="accent1">
                    <a:lumMod val="50000"/>
                  </a:schemeClr>
                </a:solidFill>
              </a:rPr>
              <a:t>StyleOrbit</a:t>
            </a:r>
            <a:endParaRPr sz="1000" b="0" i="1">
              <a:solidFill>
                <a:schemeClr val="accent1">
                  <a:lumMod val="50000"/>
                </a:schemeClr>
              </a:solidFill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IN" sz="4000">
                <a:gradFill>
                  <a:gsLst>
                    <a:gs pos="0">
                      <a:schemeClr val="accent1"/>
                    </a:gs>
                    <a:gs pos="70000">
                      <a:schemeClr val="accent2"/>
                    </a:gs>
                  </a:gsLst>
                  <a:lin ang="5400000"/>
                </a:gradFill>
                <a:latin typeface="Algerian" panose="04020705040A02060702" charset="0"/>
                <a:cs typeface="Algerian" panose="04020705040A02060702" charset="0"/>
                <a:sym typeface="+mn-ea"/>
              </a:rPr>
              <a:t>Conclusion</a:t>
            </a:r>
            <a:endParaRPr lang="en-IN" sz="4000">
              <a:gradFill>
                <a:gsLst>
                  <a:gs pos="0">
                    <a:schemeClr val="accent1"/>
                  </a:gs>
                  <a:gs pos="70000">
                    <a:schemeClr val="accent2"/>
                  </a:gs>
                </a:gsLst>
                <a:lin ang="5400000"/>
              </a:gradFill>
              <a:latin typeface="Algerian" panose="04020705040A02060702" charset="0"/>
              <a:cs typeface="Algerian" panose="04020705040A02060702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p>
            <a:pPr algn="just"/>
            <a:r>
              <a:rPr sz="2800">
                <a:solidFill>
                  <a:schemeClr val="tx1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StyleOrbit demonstrates how HTML, CSS and JavaScript can be combined to create a clean, visual and interactive fashion discovery website.</a:t>
            </a:r>
            <a:endParaRPr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169660" y="4525010"/>
            <a:ext cx="4494530" cy="170370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IN" altLang="en-US" sz="4400" b="1" u="sng">
                <a:solidFill>
                  <a:schemeClr val="accent1"/>
                </a:solidFill>
                <a:latin typeface="Algerian" panose="04020705040A02060702" charset="0"/>
                <a:ea typeface="Microsoft YaHei" panose="020B0503020204020204" charset="-122"/>
                <a:cs typeface="Algerian" panose="04020705040A02060702" charset="0"/>
              </a:rPr>
              <a:t>Any Quereis  ?</a:t>
            </a:r>
            <a:endParaRPr lang="en-IN" altLang="en-US" sz="4400" b="1" u="sng">
              <a:solidFill>
                <a:schemeClr val="accent1"/>
              </a:solidFill>
              <a:latin typeface="Algerian" panose="04020705040A02060702" charset="0"/>
              <a:ea typeface="Microsoft YaHei" panose="020B0503020204020204" charset="-122"/>
              <a:cs typeface="Algerian" panose="04020705040A02060702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56310" y="3366770"/>
            <a:ext cx="4984750" cy="1473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IN" altLang="en-US" b="1">
                <a:sym typeface="+mn-ea"/>
              </a:rPr>
              <a:t>Webpage link</a:t>
            </a:r>
            <a:r>
              <a:rPr lang="en-IN" altLang="en-US">
                <a:sym typeface="+mn-ea"/>
              </a:rPr>
              <a:t>: </a:t>
            </a:r>
            <a:r>
              <a:rPr lang="en-US" altLang="en-US">
                <a:sym typeface="+mn-ea"/>
                <a:hlinkClick r:id="rId4" tooltip="" action="ppaction://hlinkfile"/>
              </a:rPr>
              <a:t>https://styleorbit.netlify.app/</a:t>
            </a:r>
            <a:endParaRPr 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75" name="TextBox 11"/>
          <p:cNvSpPr txBox="1"/>
          <p:nvPr>
            <p:custDataLst>
              <p:tags r:id="rId2"/>
            </p:custDataLst>
          </p:nvPr>
        </p:nvSpPr>
        <p:spPr>
          <a:xfrm>
            <a:off x="713232" y="6451981"/>
            <a:ext cx="1828800" cy="245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1">
                <a:solidFill>
                  <a:schemeClr val="accent1">
                    <a:lumMod val="50000"/>
                  </a:schemeClr>
                </a:solidFill>
              </a:rPr>
              <a:t>StyleOrbit</a:t>
            </a:r>
            <a:endParaRPr sz="1000" b="0" i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6" name="Title 2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763" y="1954800"/>
            <a:ext cx="6094483" cy="180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5400" b="1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algn="l">
              <a:buNone/>
            </a:pPr>
            <a:endParaRPr lang="en-IN">
              <a:solidFill>
                <a:schemeClr val="tx1"/>
              </a:solidFill>
            </a:endParaRPr>
          </a:p>
        </p:txBody>
      </p:sp>
      <p:sp>
        <p:nvSpPr>
          <p:cNvPr id="77" name="Subtitle 2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17320" y="1650365"/>
            <a:ext cx="9326880" cy="76835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None/>
            </a:pPr>
            <a:endParaRPr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8" name="Text Placeholder 2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94654" y="4182110"/>
            <a:ext cx="3918381" cy="50419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 kumimoji="0" lang="en-US" sz="1800" b="0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538480" lvl="1" indent="-2063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798830" lvl="2" indent="-16192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030605" lvl="3" indent="-14922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2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235075" lvl="4" indent="-1270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endParaRPr lang="en-IN">
              <a:solidFill>
                <a:schemeClr val="tx1"/>
              </a:solidFill>
              <a:ea typeface="+mn-ea"/>
            </a:endParaRPr>
          </a:p>
        </p:txBody>
      </p:sp>
      <p:sp>
        <p:nvSpPr>
          <p:cNvPr id="79" name="Title 4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38154" y="1918883"/>
            <a:ext cx="6102939" cy="1231836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70000">
                      <a:schemeClr val="accent2"/>
                    </a:gs>
                  </a:gsLst>
                  <a:lin ang="5400000" scaled="0"/>
                </a:gradFill>
                <a:uFillTx/>
                <a:latin typeface="+mj-lt"/>
                <a:ea typeface="+mj-ea"/>
                <a:cs typeface="+mn-ea"/>
                <a:sym typeface="+mn-ea"/>
              </a:defRPr>
            </a:lvl1pPr>
          </a:lstStyle>
          <a:p>
            <a:pPr algn="l">
              <a:buNone/>
            </a:pPr>
            <a:endParaRPr lang="en-IN">
              <a:gradFill>
                <a:gsLst>
                  <a:gs pos="0">
                    <a:schemeClr val="accent1"/>
                  </a:gs>
                  <a:gs pos="70000">
                    <a:schemeClr val="accent2"/>
                  </a:gs>
                </a:gsLst>
                <a:lin ang="5400000"/>
              </a:gradFill>
              <a:cs typeface="Arial" panose="020B0604020202020204" pitchFamily="34" charset="0"/>
            </a:endParaRPr>
          </a:p>
        </p:txBody>
      </p:sp>
      <p:sp>
        <p:nvSpPr>
          <p:cNvPr id="81" name="Title 5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38156" y="1265786"/>
            <a:ext cx="5958943" cy="230430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solidFill>
                  <a:schemeClr val="tx2"/>
                </a:solidFill>
                <a:uFillTx/>
                <a:latin typeface="+mj-lt"/>
                <a:ea typeface="Arial" panose="020B0604020202020204" pitchFamily="34" charset="0"/>
                <a:cs typeface="+mn-ea"/>
                <a:sym typeface="+mn-ea"/>
              </a:defRPr>
            </a:lvl1pPr>
          </a:lstStyle>
          <a:p>
            <a:pPr algn="l">
              <a:buNone/>
            </a:pPr>
            <a:endParaRPr lang="en-IN">
              <a:solidFill>
                <a:schemeClr val="tx1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73" name="标题"/>
          <p:cNvSpPr>
            <a:spLocks noGrp="1"/>
          </p:cNvSpPr>
          <p:nvPr>
            <p:ph type="ctrTitle"/>
            <p:custDataLst>
              <p:tags r:id="rId8"/>
            </p:custDataLst>
          </p:nvPr>
        </p:nvSpPr>
        <p:spPr>
          <a:xfrm>
            <a:off x="3715191" y="727851"/>
            <a:ext cx="6889391" cy="2908783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IN" sz="8800">
                <a:effectLst>
                  <a:reflection blurRad="6350" stA="60000" endA="900" endPos="58000" dir="5400000" sy="-100000" algn="bl" rotWithShape="0"/>
                </a:effectLst>
                <a:latin typeface="Algerian" panose="04020705040A02060702" charset="0"/>
                <a:cs typeface="Algerian" panose="04020705040A02060702" charset="0"/>
              </a:rPr>
              <a:t>THANK YOU</a:t>
            </a:r>
            <a:br>
              <a:rPr lang="en-IN" sz="6000"/>
            </a:br>
            <a:endParaRPr lang="en-IN" sz="6000"/>
          </a:p>
        </p:txBody>
      </p:sp>
      <p:sp>
        <p:nvSpPr>
          <p:cNvPr id="74" name="署名"/>
          <p:cNvSpPr>
            <a:spLocks noGrp="1"/>
          </p:cNvSpPr>
          <p:nvPr>
            <p:ph type="body" sz="quarter" idx="17"/>
            <p:custDataLst>
              <p:tags r:id="rId9"/>
            </p:custDataLst>
          </p:nvPr>
        </p:nvSpPr>
        <p:spPr>
          <a:xfrm>
            <a:off x="3715191" y="3899511"/>
            <a:ext cx="6889391" cy="2330837"/>
          </a:xfrm>
        </p:spPr>
        <p:txBody>
          <a:bodyPr wrap="square">
            <a:normAutofit/>
          </a:bodyPr>
          <a:lstStyle/>
          <a:p>
            <a:r>
              <a:rPr lang="en-IN" altLang="en-US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rial Black" panose="020B0A04020102020204" charset="0"/>
                <a:ea typeface="+mn-ea"/>
                <a:cs typeface="Arial Black" panose="020B0A04020102020204" charset="0"/>
              </a:rPr>
              <a:t>Padma Labudubariki  </a:t>
            </a:r>
            <a:endParaRPr lang="en-IN" altLang="en-US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Arial Black" panose="020B0A04020102020204" charset="0"/>
              <a:ea typeface="+mn-ea"/>
              <a:cs typeface="Arial Black" panose="020B0A04020102020204" charset="0"/>
            </a:endParaRPr>
          </a:p>
          <a:p>
            <a:r>
              <a:rPr lang="en-IN" altLang="en-US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rial Black" panose="020B0A04020102020204" charset="0"/>
                <a:ea typeface="+mn-ea"/>
                <a:cs typeface="Arial Black" panose="020B0A04020102020204" charset="0"/>
              </a:rPr>
              <a:t>Thaggi Rohini Lavanya</a:t>
            </a:r>
            <a:endParaRPr lang="en-IN" altLang="en-US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Arial Black" panose="020B0A04020102020204" charset="0"/>
              <a:ea typeface="+mn-ea"/>
              <a:cs typeface="Arial Black" panose="020B0A04020102020204" charset="0"/>
            </a:endParaRPr>
          </a:p>
          <a:p>
            <a:r>
              <a:rPr lang="en-IN" altLang="en-US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rial Black" panose="020B0A04020102020204" charset="0"/>
                <a:ea typeface="+mn-ea"/>
                <a:cs typeface="Arial Black" panose="020B0A04020102020204" charset="0"/>
              </a:rPr>
              <a:t>Gemmela Abhitha</a:t>
            </a:r>
            <a:endParaRPr lang="en-IN" altLang="en-US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Arial Black" panose="020B0A04020102020204" charset="0"/>
              <a:ea typeface="+mn-ea"/>
              <a:cs typeface="Arial Black" panose="020B0A04020102020204" charset="0"/>
            </a:endParaRPr>
          </a:p>
          <a:p>
            <a:r>
              <a:rPr lang="en-IN" altLang="en-US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rial Black" panose="020B0A04020102020204" charset="0"/>
                <a:ea typeface="+mn-ea"/>
                <a:cs typeface="Arial Black" panose="020B0A04020102020204" charset="0"/>
              </a:rPr>
              <a:t>Killo Geetha</a:t>
            </a:r>
            <a:endParaRPr lang="en-IN" altLang="en-US">
              <a:effectLst>
                <a:glow rad="139700">
                  <a:schemeClr val="accent1">
                    <a:satMod val="175000"/>
                    <a:alpha val="40000"/>
                  </a:schemeClr>
                </a:glow>
              </a:effectLst>
              <a:latin typeface="Arial Black" panose="020B0A04020102020204" charset="0"/>
              <a:ea typeface="+mn-ea"/>
              <a:cs typeface="Arial Black" panose="020B0A04020102020204" charset="0"/>
            </a:endParaRPr>
          </a:p>
          <a:p>
            <a:r>
              <a:rPr lang="en-IN" altLang="en-US"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Arial Black" panose="020B0A04020102020204" charset="0"/>
                <a:ea typeface="+mn-ea"/>
                <a:cs typeface="Arial Black" panose="020B0A04020102020204" charset="0"/>
              </a:rPr>
              <a:t>Himasai Tejaswani Dhanasani</a:t>
            </a:r>
            <a:endParaRPr lang="en-IN" altLang="en-US">
              <a:ea typeface="+mn-ea"/>
            </a:endParaRPr>
          </a:p>
          <a:p>
            <a:endParaRPr lang="en-IN" altLang="en-US">
              <a:ea typeface="+mn-ea"/>
            </a:endParaRPr>
          </a:p>
        </p:txBody>
      </p:sp>
      <p:sp>
        <p:nvSpPr>
          <p:cNvPr id="71" name="Title 68"/>
          <p:cNvSpPr>
            <a:spLocks noGrp="1"/>
          </p:cNvSpPr>
          <p:nvPr/>
        </p:nvSpPr>
        <p:spPr>
          <a:xfrm>
            <a:off x="1841404" y="555752"/>
            <a:ext cx="10095974" cy="324964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en-IN" sz="5800" b="1" i="0" u="none" strike="noStrike" kern="1200" cap="none" spc="0" normalizeH="0" baseline="0" noProof="1" dirty="0">
                <a:solidFill>
                  <a:schemeClr val="tx1"/>
                </a:solidFill>
                <a:uFillTx/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algn="l">
              <a:buNone/>
            </a:pPr>
            <a:endParaRPr>
              <a:solidFill>
                <a:schemeClr val="tx1"/>
              </a:solidFill>
              <a:ea typeface="+mn-ea"/>
            </a:endParaRPr>
          </a:p>
        </p:txBody>
      </p:sp>
      <p:sp>
        <p:nvSpPr>
          <p:cNvPr id="72" name="Text Placeholder 69"/>
          <p:cNvSpPr>
            <a:spLocks noGrp="1"/>
          </p:cNvSpPr>
          <p:nvPr/>
        </p:nvSpPr>
        <p:spPr>
          <a:xfrm>
            <a:off x="1841404" y="4217290"/>
            <a:ext cx="10095974" cy="19319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defRPr kumimoji="0" lang="en-US" sz="2400" b="0" i="0" u="none" strike="noStrike" kern="1200" cap="none" spc="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538480" lvl="1" indent="-20637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798830" lvl="2" indent="-16192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030605" lvl="3" indent="-14922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235075" lvl="4" indent="-1270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b="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None/>
            </a:pPr>
            <a:endParaRPr lang="en-IN">
              <a:solidFill>
                <a:schemeClr val="tx1"/>
              </a:solidFill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8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73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6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6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2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6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UNIT_TYPE" val="i"/>
  <p:tag name="KSO_WM_UNIT_INDEX" val="10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7"/>
  <p:tag name="KSO_WM_UNIT_LAYERLEVEL" val="1"/>
  <p:tag name="KSO_WM_TAG_VERSION" val="3.0"/>
  <p:tag name="KSO_WM_BEAUTIFY_FLAG" val="#wm#"/>
  <p:tag name="KSO_WM_UNIT_TYPE" val="i"/>
  <p:tag name="KSO_WM_UNIT_INDEX" val="17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8"/>
  <p:tag name="KSO_WM_UNIT_LAYERLEVEL" val="1"/>
  <p:tag name="KSO_WM_TAG_VERSION" val="3.0"/>
  <p:tag name="KSO_WM_BEAUTIFY_FLAG" val="#wm#"/>
  <p:tag name="KSO_WM_UNIT_TYPE" val="i"/>
  <p:tag name="KSO_WM_UNIT_INDEX" val="18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9"/>
  <p:tag name="KSO_WM_UNIT_LAYERLEVEL" val="1"/>
  <p:tag name="KSO_WM_TAG_VERSION" val="3.0"/>
  <p:tag name="KSO_WM_BEAUTIFY_FLAG" val="#wm#"/>
  <p:tag name="KSO_WM_UNIT_TYPE" val="i"/>
  <p:tag name="KSO_WM_UNIT_INDEX" val="19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5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5"/>
  <p:tag name="KSO_WM_UNIT_SUBTYPE" val="g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UNIT_TYPE" val="i"/>
  <p:tag name="KSO_WM_UNIT_INDEX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UNIT_TYPE" val="i"/>
  <p:tag name="KSO_WM_UNIT_INDEX" val="3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f*1"/>
  <p:tag name="KSO_WM_UNIT_LAYERLEVEL" val="1"/>
  <p:tag name="KSO_WM_TAG_VERSION" val="3.0"/>
  <p:tag name="KSO_WM_BEAUTIFY_FLAG" val="#wm#"/>
  <p:tag name="KSO_WM_UNIT_PRESET_TEXT" val="单击此处编辑文本"/>
  <p:tag name="KSO_WM_UNIT_NOCLEAR" val="0"/>
  <p:tag name="KSO_WM_UNIT_TYPE" val="f"/>
  <p:tag name="KSO_WM_UNIT_INDEX" val="1"/>
  <p:tag name="KSO_WM_UNIT_ISCONTENTSTITLE" val="0"/>
  <p:tag name="KSO_WM_UNIT_ISNUMDGMTITLE" val="0"/>
  <p:tag name="KSO_WM_UNIT_SUBTYPE" val="a"/>
  <p:tag name="KSO_WM_UNIT_VALUE" val="23"/>
</p:tagLst>
</file>

<file path=ppt/tags/tag11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UNIT_TYPE" val="i"/>
  <p:tag name="KSO_WM_UNIT_INDEX" val="9"/>
</p:tagLst>
</file>

<file path=ppt/tags/tag1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UNIT_TYPE" val="i"/>
  <p:tag name="KSO_WM_UNIT_INDEX" val="10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3.0"/>
  <p:tag name="KSO_WM_BEAUTIFY_FLAG" val="#wm#"/>
  <p:tag name="KSO_WM_UNIT_TYPE" val="i"/>
  <p:tag name="KSO_WM_UNIT_INDEX" val="15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3.0"/>
  <p:tag name="KSO_WM_BEAUTIFY_FLAG" val="#wm#"/>
  <p:tag name="KSO_WM_UNIT_TYPE" val="i"/>
  <p:tag name="KSO_WM_UNIT_INDEX" val="16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3.0"/>
  <p:tag name="KSO_WM_BEAUTIFY_FLAG" val="#wm#"/>
  <p:tag name="KSO_WM_UNIT_TYPE" val="i"/>
  <p:tag name="KSO_WM_UNIT_INDEX" val="17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3.0"/>
  <p:tag name="KSO_WM_BEAUTIFY_FLAG" val="#wm#"/>
  <p:tag name="KSO_WM_UNIT_TYPE" val="i"/>
  <p:tag name="KSO_WM_UNIT_INDEX" val="18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9"/>
  <p:tag name="KSO_WM_UNIT_LAYERLEVEL" val="1"/>
  <p:tag name="KSO_WM_TAG_VERSION" val="3.0"/>
  <p:tag name="KSO_WM_BEAUTIFY_FLAG" val="#wm#"/>
  <p:tag name="KSO_WM_UNIT_TYPE" val="i"/>
  <p:tag name="KSO_WM_UNIT_INDEX" val="19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PRESET_TEXT" val="公司名占位符"/>
  <p:tag name="KSO_WM_UNIT_NOCLEAR" val="0"/>
  <p:tag name="KSO_WM_UNIT_VALUE" val="11"/>
  <p:tag name="KSO_WM_UNIT_TYPE" val="f"/>
  <p:tag name="KSO_WM_UNIT_INDEX" val="5"/>
  <p:tag name="KSO_WM_UNIT_SUBTYPE" val="g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30"/>
  <p:tag name="KSO_WM_TEMPLATE_CATEGORY" val="custom"/>
  <p:tag name="KSO_WM_TEMPLATE_INDEX" val="20237986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50"/>
  <p:tag name="KSO_WM_TEMPLATE_CATEGORY" val="custom"/>
  <p:tag name="KSO_WM_TEMPLATE_INDEX" val="20237986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*f*5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26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2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83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86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6"/>
  <p:tag name="KSO_WM_UNIT_ID" val="_11*f*6"/>
  <p:tag name="KSO_WM_UNIT_LAYERLEVEL" val="1"/>
  <p:tag name="KSO_WM_TAG_VERSION" val="3.0"/>
  <p:tag name="KSO_WM_BEAUTIFY_FLAG" val="#wm#"/>
</p:tagLst>
</file>

<file path=ppt/tags/tag287.xml><?xml version="1.0" encoding="utf-8"?>
<p:tagLst xmlns:p="http://schemas.openxmlformats.org/presentationml/2006/main">
  <p:tag name="KSO_WM_UNIT_SUBTYPE" val="c"/>
  <p:tag name="KSO_WM_UNIT_PRESET_TEXT" val="日期时间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SUBTYPE" val="d"/>
  <p:tag name="KSO_WM_UNIT_PRESET_TEXT" val="联系方式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9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96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3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0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30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0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18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23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2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3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3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36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6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36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36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37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38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38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97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4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408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2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2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2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4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4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44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45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05"/>
</p:tagLst>
</file>

<file path=ppt/tags/tag45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05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459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05"/>
</p:tagLst>
</file>

<file path=ppt/tags/tag460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461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462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463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46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465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466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46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68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46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470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471.xml><?xml version="1.0" encoding="utf-8"?>
<p:tagLst xmlns:p="http://schemas.openxmlformats.org/presentationml/2006/main">
  <p:tag name="KSO_WM_UNIT_INDEX" val="14"/>
  <p:tag name="KSO_WM_UNIT_TYPE" val="j"/>
  <p:tag name="KSO_WM_BEAUTIFY_FLAG" val="#wm#"/>
</p:tagLst>
</file>

<file path=ppt/tags/tag472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473.xml><?xml version="1.0" encoding="utf-8"?>
<p:tagLst xmlns:p="http://schemas.openxmlformats.org/presentationml/2006/main">
  <p:tag name="KSO_WM_UNIT_INDEX" val="16"/>
  <p:tag name="KSO_WM_UNIT_TYPE" val="j"/>
  <p:tag name="KSO_WM_BEAUTIFY_FLAG" val="#wm#"/>
</p:tagLst>
</file>

<file path=ppt/tags/tag474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475.xml><?xml version="1.0" encoding="utf-8"?>
<p:tagLst xmlns:p="http://schemas.openxmlformats.org/presentationml/2006/main">
  <p:tag name="KSO_WM_UNIT_INDEX" val="12"/>
  <p:tag name="KSO_WM_UNIT_TYPE" val="j"/>
  <p:tag name="KSO_WM_BEAUTIFY_FLAG" val="#wm#"/>
</p:tagLst>
</file>

<file path=ppt/tags/tag476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477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478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479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480.xml><?xml version="1.0" encoding="utf-8"?>
<p:tagLst xmlns:p="http://schemas.openxmlformats.org/presentationml/2006/main">
  <p:tag name="KSO_WM_SLIDE_TYPE" val="text"/>
  <p:tag name="KSO_WM_BEAUTIFY_FLAG" val="#wm#"/>
  <p:tag name="KSO_WM_SLIDE_THEME_ID" val="3313812"/>
  <p:tag name="KSO_WM_SLIDE_THEME_NAME" val="Blue Cartoon Business"/>
</p:tagLst>
</file>

<file path=ppt/tags/tag481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82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260.34000000000003,&quot;left&quot;:74.16,&quot;top&quot;:135.26,&quot;width&quot;:810.7}"/>
</p:tagLst>
</file>

<file path=ppt/tags/tag483.xml><?xml version="1.0" encoding="utf-8"?>
<p:tagLst xmlns:p="http://schemas.openxmlformats.org/presentationml/2006/main">
  <p:tag name="KSO_WM_UNIT_INDEX" val="1_1_4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260.34000000000003,&quot;left&quot;:74.16,&quot;top&quot;:135.26,&quot;width&quot;:810.7}"/>
</p:tagLst>
</file>

<file path=ppt/tags/tag48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485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260.34000000000003,&quot;left&quot;:74.16,&quot;top&quot;:135.26,&quot;width&quot;:810.7}"/>
</p:tagLst>
</file>

<file path=ppt/tags/tag486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260.34000000000003,&quot;left&quot;:74.16,&quot;top&quot;:135.26,&quot;width&quot;:810.7}"/>
</p:tagLst>
</file>

<file path=ppt/tags/tag487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488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260.34000000000003,&quot;left&quot;:74.16,&quot;top&quot;:135.26,&quot;width&quot;:810.7}"/>
</p:tagLst>
</file>

<file path=ppt/tags/tag489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260.34000000000003,&quot;left&quot;:74.16,&quot;top&quot;:135.26,&quot;width&quot;:810.7}"/>
</p:tagLst>
</file>

<file path=ppt/tags/tag49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4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92.xml><?xml version="1.0" encoding="utf-8"?>
<p:tagLst xmlns:p="http://schemas.openxmlformats.org/presentationml/2006/main">
  <p:tag name="KSO_WM_SLIDE_TYPE" val="text"/>
  <p:tag name="KSO_WM_BEAUTIFY_FLAG" val="#wm#"/>
</p:tagLst>
</file>

<file path=ppt/tags/tag49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494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95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96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97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98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99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00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01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02.xml><?xml version="1.0" encoding="utf-8"?>
<p:tagLst xmlns:p="http://schemas.openxmlformats.org/presentationml/2006/main">
  <p:tag name="KSO_WM_UNIT_INDEX" val="1_5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03.xml><?xml version="1.0" encoding="utf-8"?>
<p:tagLst xmlns:p="http://schemas.openxmlformats.org/presentationml/2006/main">
  <p:tag name="KSO_WM_UNIT_INDEX" val="1_5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04.xml><?xml version="1.0" encoding="utf-8"?>
<p:tagLst xmlns:p="http://schemas.openxmlformats.org/presentationml/2006/main">
  <p:tag name="KSO_WM_UNIT_INDEX" val="1_6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05.xml><?xml version="1.0" encoding="utf-8"?>
<p:tagLst xmlns:p="http://schemas.openxmlformats.org/presentationml/2006/main">
  <p:tag name="KSO_WM_UNIT_INDEX" val="1_6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0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5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508.xml><?xml version="1.0" encoding="utf-8"?>
<p:tagLst xmlns:p="http://schemas.openxmlformats.org/presentationml/2006/main">
  <p:tag name="KSO_WM_SLIDE_TYPE" val="text"/>
  <p:tag name="KSO_WM_BEAUTIFY_FLAG" val="#wm#"/>
</p:tagLst>
</file>

<file path=ppt/tags/tag50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510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511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266.325,&quot;left&quot;:70.55999999999999,&quot;top&quot;:135.25,&quot;width&quot;:820.8}"/>
</p:tagLst>
</file>

<file path=ppt/tags/tag512.xml><?xml version="1.0" encoding="utf-8"?>
<p:tagLst xmlns:p="http://schemas.openxmlformats.org/presentationml/2006/main">
  <p:tag name="KSO_WM_UNIT_INDEX" val="1_1_8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266.325,&quot;left&quot;:70.55999999999999,&quot;top&quot;:135.25,&quot;width&quot;:820.8}"/>
</p:tagLst>
</file>

<file path=ppt/tags/tag513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514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266.325,&quot;left&quot;:70.55999999999999,&quot;top&quot;:135.25,&quot;width&quot;:820.8}"/>
</p:tagLst>
</file>

<file path=ppt/tags/tag515.xml><?xml version="1.0" encoding="utf-8"?>
<p:tagLst xmlns:p="http://schemas.openxmlformats.org/presentationml/2006/main">
  <p:tag name="KSO_WM_UNIT_INDEX" val="1_2_7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266.325,&quot;left&quot;:70.55999999999999,&quot;top&quot;:135.25,&quot;width&quot;:820.8}"/>
</p:tagLst>
</file>

<file path=ppt/tags/tag516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517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266.325,&quot;left&quot;:70.55999999999999,&quot;top&quot;:135.25,&quot;width&quot;:820.8}"/>
</p:tagLst>
</file>

<file path=ppt/tags/tag518.xml><?xml version="1.0" encoding="utf-8"?>
<p:tagLst xmlns:p="http://schemas.openxmlformats.org/presentationml/2006/main">
  <p:tag name="KSO_WM_UNIT_INDEX" val="1_3_6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266.325,&quot;left&quot;:70.55999999999999,&quot;top&quot;:135.25,&quot;width&quot;:820.8}"/>
</p:tagLst>
</file>

<file path=ppt/tags/tag51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520.xml><?xml version="1.0" encoding="utf-8"?>
<p:tagLst xmlns:p="http://schemas.openxmlformats.org/presentationml/2006/main">
  <p:tag name="KSO_WM_UNIT_TEXT" val="Introduction &amp; Problem Statemen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UNIT_ID" val="_7*a*1"/>
</p:tagLst>
</file>

<file path=ppt/tags/tag521.xml><?xml version="1.0" encoding="utf-8"?>
<p:tagLst xmlns:p="http://schemas.openxmlformats.org/presentationml/2006/main">
  <p:tag name="KSO_WM_SLIDE_TYPE" val="text"/>
  <p:tag name="KSO_WM_BEAUTIFY_FLAG" val="#wm#"/>
</p:tagLst>
</file>

<file path=ppt/tags/tag522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523.xml><?xml version="1.0" encoding="utf-8"?>
<p:tagLst xmlns:p="http://schemas.openxmlformats.org/presentationml/2006/main">
  <p:tag name="KSO_WM_UNIT_INDEX" val="1_1_2"/>
  <p:tag name="KSO_WM_UNIT_TYPE" val="l_h_a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24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2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526.xml><?xml version="1.0" encoding="utf-8"?>
<p:tagLst xmlns:p="http://schemas.openxmlformats.org/presentationml/2006/main">
  <p:tag name="KSO_WM_UNIT_INDEX" val="1_2_2"/>
  <p:tag name="KSO_WM_UNIT_TYPE" val="l_h_a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27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28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529.xml><?xml version="1.0" encoding="utf-8"?>
<p:tagLst xmlns:p="http://schemas.openxmlformats.org/presentationml/2006/main">
  <p:tag name="KSO_WM_UNIT_INDEX" val="1_3_2"/>
  <p:tag name="KSO_WM_UNIT_TYPE" val="l_h_a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30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31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532.xml><?xml version="1.0" encoding="utf-8"?>
<p:tagLst xmlns:p="http://schemas.openxmlformats.org/presentationml/2006/main">
  <p:tag name="KSO_WM_UNIT_INDEX" val="1_4_2"/>
  <p:tag name="KSO_WM_UNIT_TYPE" val="l_h_a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33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34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535.xml><?xml version="1.0" encoding="utf-8"?>
<p:tagLst xmlns:p="http://schemas.openxmlformats.org/presentationml/2006/main">
  <p:tag name="KSO_WM_UNIT_TEXT" val="Technologies &amp; Project Structure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UNIT_ID" val="_7*a*1"/>
</p:tagLst>
</file>

<file path=ppt/tags/tag536.xml><?xml version="1.0" encoding="utf-8"?>
<p:tagLst xmlns:p="http://schemas.openxmlformats.org/presentationml/2006/main">
  <p:tag name="KSO_WM_SLIDE_TYPE" val="text"/>
  <p:tag name="KSO_WM_BEAUTIFY_FLAG" val="#wm#"/>
</p:tagLst>
</file>

<file path=ppt/tags/tag537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538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539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540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541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542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543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544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54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546.xml><?xml version="1.0" encoding="utf-8"?>
<p:tagLst xmlns:p="http://schemas.openxmlformats.org/presentationml/2006/main">
  <p:tag name="KSO_WM_SLIDE_TYPE" val="text"/>
  <p:tag name="KSO_WM_BEAUTIFY_FLAG" val="#wm#"/>
</p:tagLst>
</file>

<file path=ppt/tags/tag5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5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54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05"/>
</p:tagLst>
</file>

<file path=ppt/tags/tag550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55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552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55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55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55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556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05_9*a*1"/>
  <p:tag name="KSO_WM_TEMPLATE_CATEGORY" val="custom"/>
  <p:tag name="KSO_WM_TEMPLATE_INDEX" val="20238005"/>
  <p:tag name="KSO_WM_UNIT_LAYERLEVEL" val="1"/>
  <p:tag name="KSO_WM_TAG_VERSION" val="3.0"/>
  <p:tag name="KSO_WM_BEAUTIFY_FLAG" val="#wm#"/>
  <p:tag name="KSO_WM_UNIT_PRESET_TEXT" val="THANKS"/>
</p:tagLst>
</file>

<file path=ppt/tags/tag557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8005_9*f*4"/>
  <p:tag name="KSO_WM_TEMPLATE_CATEGORY" val="custom"/>
  <p:tag name="KSO_WM_TEMPLATE_INDEX" val="20238005"/>
  <p:tag name="KSO_WM_UNIT_LAYERLEVEL" val="1"/>
  <p:tag name="KSO_WM_TAG_VERSION" val="3.0"/>
  <p:tag name="KSO_WM_BEAUTIFY_FLAG" val="#wm#"/>
  <p:tag name="KSO_WM_UNIT_PRESET_TEXT" val="Name"/>
</p:tagLst>
</file>

<file path=ppt/tags/tag558.xml><?xml version="1.0" encoding="utf-8"?>
<p:tagLst xmlns:p="http://schemas.openxmlformats.org/presentationml/2006/main">
  <p:tag name="KSO_WM_SPECIAL_SOURCE" val="bdnull"/>
  <p:tag name="KSO_WM_SLIDE_ID" val="custom20238005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8005"/>
  <p:tag name="KSO_WM_SLIDE_LAYOUT" val="a_f"/>
  <p:tag name="KSO_WM_SLIDE_LAYOUT_CNT" val="1_1"/>
  <p:tag name="KSO_WM_SLIDE_THEME_ID" val="3313812"/>
  <p:tag name="KSO_WM_SLIDE_THEME_NAME" val="Blue Cartoon Busines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615DFF"/>
      </a:accent1>
      <a:accent2>
        <a:srgbClr val="33C6FD"/>
      </a:accent2>
      <a:accent3>
        <a:srgbClr val="6694FC"/>
      </a:accent3>
      <a:accent4>
        <a:srgbClr val="9963FA"/>
      </a:accent4>
      <a:accent5>
        <a:srgbClr val="CC31F9"/>
      </a:accent5>
      <a:accent6>
        <a:srgbClr val="E646C8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蓝紫">
      <a:dk1>
        <a:srgbClr val="000000"/>
      </a:dk1>
      <a:lt1>
        <a:srgbClr val="FFFFFF"/>
      </a:lt1>
      <a:dk2>
        <a:srgbClr val="03287B"/>
      </a:dk2>
      <a:lt2>
        <a:srgbClr val="F0F6FE"/>
      </a:lt2>
      <a:accent1>
        <a:srgbClr val="7CB8FD"/>
      </a:accent1>
      <a:accent2>
        <a:srgbClr val="2588FC"/>
      </a:accent2>
      <a:accent3>
        <a:srgbClr val="5893FE"/>
      </a:accent3>
      <a:accent4>
        <a:srgbClr val="5DC5FF"/>
      </a:accent4>
      <a:accent5>
        <a:srgbClr val="FF7500"/>
      </a:accent5>
      <a:accent6>
        <a:srgbClr val="FFC000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2024.3.12-7">
      <a:dk1>
        <a:srgbClr val="333333"/>
      </a:dk1>
      <a:lt1>
        <a:srgbClr val="FFFFFF"/>
      </a:lt1>
      <a:dk2>
        <a:srgbClr val="111807"/>
      </a:dk2>
      <a:lt2>
        <a:srgbClr val="F7FFFB"/>
      </a:lt2>
      <a:accent1>
        <a:srgbClr val="8DC63F"/>
      </a:accent1>
      <a:accent2>
        <a:srgbClr val="D7DF23"/>
      </a:accent2>
      <a:accent3>
        <a:srgbClr val="00A44A"/>
      </a:accent3>
      <a:accent4>
        <a:srgbClr val="43B3C9"/>
      </a:accent4>
      <a:accent5>
        <a:srgbClr val="D74C3D"/>
      </a:accent5>
      <a:accent6>
        <a:srgbClr val="FFC715"/>
      </a:accent6>
      <a:hlink>
        <a:srgbClr val="304FFE"/>
      </a:hlink>
      <a:folHlink>
        <a:srgbClr val="492067"/>
      </a:folHlink>
    </a:clrScheme>
    <a:fontScheme name="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algn="l">
          <a:lnSpc>
            <a:spcPct val="140000"/>
          </a:lnSpc>
          <a:defRPr sz="2400" kern="100" dirty="0"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自定义 141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194EC5"/>
      </a:accent1>
      <a:accent2>
        <a:srgbClr val="9272C0"/>
      </a:accent2>
      <a:accent3>
        <a:srgbClr val="C95892"/>
      </a:accent3>
      <a:accent4>
        <a:srgbClr val="E84F7D"/>
      </a:accent4>
      <a:accent5>
        <a:srgbClr val="7CE260"/>
      </a:accent5>
      <a:accent6>
        <a:srgbClr val="FFC000"/>
      </a:accent6>
      <a:hlink>
        <a:srgbClr val="304FFE"/>
      </a:hlink>
      <a:folHlink>
        <a:srgbClr val="492067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2235</Words>
  <Application>WPS Presentation</Application>
  <PresentationFormat>On-screen Show (4:3)</PresentationFormat>
  <Paragraphs>159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9</vt:i4>
      </vt:variant>
    </vt:vector>
  </HeadingPairs>
  <TitlesOfParts>
    <vt:vector size="36" baseType="lpstr">
      <vt:lpstr>Arial</vt:lpstr>
      <vt:lpstr>SimSun</vt:lpstr>
      <vt:lpstr>Wingdings</vt:lpstr>
      <vt:lpstr>Arial</vt:lpstr>
      <vt:lpstr>江城圆体 400W</vt:lpstr>
      <vt:lpstr>汉仪书宋二简</vt:lpstr>
      <vt:lpstr>Algerian</vt:lpstr>
      <vt:lpstr>Forte</vt:lpstr>
      <vt:lpstr>Bauhaus 93</vt:lpstr>
      <vt:lpstr>Bodoni MT Black</vt:lpstr>
      <vt:lpstr>Arial Black</vt:lpstr>
      <vt:lpstr>Microsoft YaHei</vt:lpstr>
      <vt:lpstr>Arial Unicode MS</vt:lpstr>
      <vt:lpstr>Manrope ExtraBold</vt:lpstr>
      <vt:lpstr>Lato</vt:lpstr>
      <vt:lpstr>Segoe Print</vt:lpstr>
      <vt:lpstr>Calibri</vt:lpstr>
      <vt:lpstr>Inter Bold</vt:lpstr>
      <vt:lpstr>Inter</vt:lpstr>
      <vt:lpstr>Charis SIL</vt:lpstr>
      <vt:lpstr>Crimson Text SemiBold</vt:lpstr>
      <vt:lpstr>Office Theme</vt:lpstr>
      <vt:lpstr>1_Office Theme</vt:lpstr>
      <vt:lpstr>2_Office Theme</vt:lpstr>
      <vt:lpstr>3_Office Theme</vt:lpstr>
      <vt:lpstr>4_Office Theme</vt:lpstr>
      <vt:lpstr>5_Office Theme</vt:lpstr>
      <vt:lpstr>PowerPoint 演示文稿</vt:lpstr>
      <vt:lpstr>PowerPoint 演示文稿</vt:lpstr>
      <vt:lpstr>Introduction &amp; Problem Statement</vt:lpstr>
      <vt:lpstr>Proposed Solution</vt:lpstr>
      <vt:lpstr>Technologies &amp; Project Structure</vt:lpstr>
      <vt:lpstr>Main Features</vt:lpstr>
      <vt:lpstr>PowerPoint 演示文稿</vt:lpstr>
      <vt:lpstr>Conclusion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Chitti</cp:lastModifiedBy>
  <cp:revision>6</cp:revision>
  <dcterms:created xsi:type="dcterms:W3CDTF">2013-01-27T09:14:00Z</dcterms:created>
  <dcterms:modified xsi:type="dcterms:W3CDTF">2026-09-19T09:32:14Z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6B184AF1897B46D190F968C0F00BF8D8_13</vt:lpwstr>
  </property>
</Properties>
</file>